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F0E"/>
    <a:srgbClr val="1F77B4"/>
    <a:srgbClr val="FF5B5B"/>
    <a:srgbClr val="196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A63AB-A6F8-47C6-9DFA-A8FBE7099F82}" v="22" dt="2026-09-01T09:00:18.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138"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las Tschopp" userId="b6758a523d80672a" providerId="LiveId" clId="{F1F96CFC-DD6A-49A4-8DA2-7E18085858AD}"/>
    <pc:docChg chg="undo redo custSel addSld delSld modSld">
      <pc:chgData name="Silas Tschopp" userId="b6758a523d80672a" providerId="LiveId" clId="{F1F96CFC-DD6A-49A4-8DA2-7E18085858AD}" dt="2026-09-01T11:28:28.900" v="1759" actId="1076"/>
      <pc:docMkLst>
        <pc:docMk/>
      </pc:docMkLst>
      <pc:sldChg chg="addSp delSp modSp mod setBg">
        <pc:chgData name="Silas Tschopp" userId="b6758a523d80672a" providerId="LiveId" clId="{F1F96CFC-DD6A-49A4-8DA2-7E18085858AD}" dt="2026-09-01T08:46:30.644" v="1200" actId="790"/>
        <pc:sldMkLst>
          <pc:docMk/>
          <pc:sldMk cId="0" sldId="256"/>
        </pc:sldMkLst>
        <pc:spChg chg="mod">
          <ac:chgData name="Silas Tschopp" userId="b6758a523d80672a" providerId="LiveId" clId="{F1F96CFC-DD6A-49A4-8DA2-7E18085858AD}" dt="2026-09-01T08:46:30.644" v="1200" actId="790"/>
          <ac:spMkLst>
            <pc:docMk/>
            <pc:sldMk cId="0" sldId="256"/>
            <ac:spMk id="2" creationId="{00000000-0000-0000-0000-000000000000}"/>
          </ac:spMkLst>
        </pc:spChg>
        <pc:spChg chg="mod">
          <ac:chgData name="Silas Tschopp" userId="b6758a523d80672a" providerId="LiveId" clId="{F1F96CFC-DD6A-49A4-8DA2-7E18085858AD}" dt="2026-09-01T08:46:30.644" v="1200" actId="790"/>
          <ac:spMkLst>
            <pc:docMk/>
            <pc:sldMk cId="0" sldId="256"/>
            <ac:spMk id="3" creationId="{00000000-0000-0000-0000-000000000000}"/>
          </ac:spMkLst>
        </pc:spChg>
        <pc:spChg chg="mod">
          <ac:chgData name="Silas Tschopp" userId="b6758a523d80672a" providerId="LiveId" clId="{F1F96CFC-DD6A-49A4-8DA2-7E18085858AD}" dt="2026-09-01T08:46:30.644" v="1200" actId="790"/>
          <ac:spMkLst>
            <pc:docMk/>
            <pc:sldMk cId="0" sldId="256"/>
            <ac:spMk id="4" creationId="{00000000-0000-0000-0000-000000000000}"/>
          </ac:spMkLst>
        </pc:spChg>
        <pc:spChg chg="mod">
          <ac:chgData name="Silas Tschopp" userId="b6758a523d80672a" providerId="LiveId" clId="{F1F96CFC-DD6A-49A4-8DA2-7E18085858AD}" dt="2026-09-01T08:46:30.644" v="1200" actId="790"/>
          <ac:spMkLst>
            <pc:docMk/>
            <pc:sldMk cId="0" sldId="256"/>
            <ac:spMk id="5" creationId="{00000000-0000-0000-0000-000000000000}"/>
          </ac:spMkLst>
        </pc:spChg>
        <pc:spChg chg="mod">
          <ac:chgData name="Silas Tschopp" userId="b6758a523d80672a" providerId="LiveId" clId="{F1F96CFC-DD6A-49A4-8DA2-7E18085858AD}" dt="2026-09-01T08:46:30.644" v="1200" actId="790"/>
          <ac:spMkLst>
            <pc:docMk/>
            <pc:sldMk cId="0" sldId="256"/>
            <ac:spMk id="6" creationId="{00000000-0000-0000-0000-000000000000}"/>
          </ac:spMkLst>
        </pc:spChg>
        <pc:spChg chg="mod">
          <ac:chgData name="Silas Tschopp" userId="b6758a523d80672a" providerId="LiveId" clId="{F1F96CFC-DD6A-49A4-8DA2-7E18085858AD}" dt="2026-09-01T08:46:30.644" v="1200" actId="790"/>
          <ac:spMkLst>
            <pc:docMk/>
            <pc:sldMk cId="0" sldId="256"/>
            <ac:spMk id="7" creationId="{00000000-0000-0000-0000-000000000000}"/>
          </ac:spMkLst>
        </pc:spChg>
        <pc:spChg chg="mod">
          <ac:chgData name="Silas Tschopp" userId="b6758a523d80672a" providerId="LiveId" clId="{F1F96CFC-DD6A-49A4-8DA2-7E18085858AD}" dt="2026-09-01T08:46:30.644" v="1200" actId="790"/>
          <ac:spMkLst>
            <pc:docMk/>
            <pc:sldMk cId="0" sldId="256"/>
            <ac:spMk id="8" creationId="{00000000-0000-0000-0000-000000000000}"/>
          </ac:spMkLst>
        </pc:spChg>
        <pc:spChg chg="mod">
          <ac:chgData name="Silas Tschopp" userId="b6758a523d80672a" providerId="LiveId" clId="{F1F96CFC-DD6A-49A4-8DA2-7E18085858AD}" dt="2026-09-01T08:46:30.644" v="1200" actId="790"/>
          <ac:spMkLst>
            <pc:docMk/>
            <pc:sldMk cId="0" sldId="256"/>
            <ac:spMk id="10" creationId="{00000000-0000-0000-0000-000000000000}"/>
          </ac:spMkLst>
        </pc:spChg>
        <pc:spChg chg="mod">
          <ac:chgData name="Silas Tschopp" userId="b6758a523d80672a" providerId="LiveId" clId="{F1F96CFC-DD6A-49A4-8DA2-7E18085858AD}" dt="2026-09-01T08:46:30.644" v="1200" actId="790"/>
          <ac:spMkLst>
            <pc:docMk/>
            <pc:sldMk cId="0" sldId="256"/>
            <ac:spMk id="12" creationId="{00000000-0000-0000-0000-000000000000}"/>
          </ac:spMkLst>
        </pc:spChg>
        <pc:spChg chg="mod">
          <ac:chgData name="Silas Tschopp" userId="b6758a523d80672a" providerId="LiveId" clId="{F1F96CFC-DD6A-49A4-8DA2-7E18085858AD}" dt="2026-09-01T07:10:18.235" v="108" actId="20577"/>
          <ac:spMkLst>
            <pc:docMk/>
            <pc:sldMk cId="0" sldId="256"/>
            <ac:spMk id="14" creationId="{00000000-0000-0000-0000-000000000000}"/>
          </ac:spMkLst>
        </pc:spChg>
        <pc:spChg chg="del">
          <ac:chgData name="Silas Tschopp" userId="b6758a523d80672a" providerId="LiveId" clId="{F1F96CFC-DD6A-49A4-8DA2-7E18085858AD}" dt="2026-09-01T07:12:41.911" v="109" actId="478"/>
          <ac:spMkLst>
            <pc:docMk/>
            <pc:sldMk cId="0" sldId="256"/>
            <ac:spMk id="16" creationId="{00000000-0000-0000-0000-000000000000}"/>
          </ac:spMkLst>
        </pc:spChg>
        <pc:spChg chg="mod">
          <ac:chgData name="Silas Tschopp" userId="b6758a523d80672a" providerId="LiveId" clId="{F1F96CFC-DD6A-49A4-8DA2-7E18085858AD}" dt="2026-09-01T08:46:30.644" v="1200" actId="790"/>
          <ac:spMkLst>
            <pc:docMk/>
            <pc:sldMk cId="0" sldId="256"/>
            <ac:spMk id="17" creationId="{00000000-0000-0000-0000-000000000000}"/>
          </ac:spMkLst>
        </pc:spChg>
        <pc:picChg chg="add del mod">
          <ac:chgData name="Silas Tschopp" userId="b6758a523d80672a" providerId="LiveId" clId="{F1F96CFC-DD6A-49A4-8DA2-7E18085858AD}" dt="2026-09-01T07:13:09.383" v="114" actId="478"/>
          <ac:picMkLst>
            <pc:docMk/>
            <pc:sldMk cId="0" sldId="256"/>
            <ac:picMk id="18" creationId="{EFFF70D7-C6DF-0FEC-BDB9-737BB413659F}"/>
          </ac:picMkLst>
        </pc:picChg>
        <pc:picChg chg="add del">
          <ac:chgData name="Silas Tschopp" userId="b6758a523d80672a" providerId="LiveId" clId="{F1F96CFC-DD6A-49A4-8DA2-7E18085858AD}" dt="2026-09-01T07:13:35.931" v="116" actId="478"/>
          <ac:picMkLst>
            <pc:docMk/>
            <pc:sldMk cId="0" sldId="256"/>
            <ac:picMk id="19" creationId="{CC1AFF22-B89B-8D07-E425-B72728921F0E}"/>
          </ac:picMkLst>
        </pc:picChg>
        <pc:picChg chg="add del mod">
          <ac:chgData name="Silas Tschopp" userId="b6758a523d80672a" providerId="LiveId" clId="{F1F96CFC-DD6A-49A4-8DA2-7E18085858AD}" dt="2026-09-01T07:55:00.476" v="760" actId="21"/>
          <ac:picMkLst>
            <pc:docMk/>
            <pc:sldMk cId="0" sldId="256"/>
            <ac:picMk id="20" creationId="{346D247B-A692-41E3-8D55-5281C98EAE24}"/>
          </ac:picMkLst>
        </pc:picChg>
      </pc:sldChg>
      <pc:sldChg chg="addSp delSp modSp mod">
        <pc:chgData name="Silas Tschopp" userId="b6758a523d80672a" providerId="LiveId" clId="{F1F96CFC-DD6A-49A4-8DA2-7E18085858AD}" dt="2026-09-01T08:46:30.644" v="1200" actId="790"/>
        <pc:sldMkLst>
          <pc:docMk/>
          <pc:sldMk cId="0" sldId="257"/>
        </pc:sldMkLst>
        <pc:spChg chg="mod">
          <ac:chgData name="Silas Tschopp" userId="b6758a523d80672a" providerId="LiveId" clId="{F1F96CFC-DD6A-49A4-8DA2-7E18085858AD}" dt="2026-09-01T07:43:39.744" v="587" actId="403"/>
          <ac:spMkLst>
            <pc:docMk/>
            <pc:sldMk cId="0" sldId="257"/>
            <ac:spMk id="2" creationId="{00000000-0000-0000-0000-000000000000}"/>
          </ac:spMkLst>
        </pc:spChg>
        <pc:spChg chg="mod">
          <ac:chgData name="Silas Tschopp" userId="b6758a523d80672a" providerId="LiveId" clId="{F1F96CFC-DD6A-49A4-8DA2-7E18085858AD}" dt="2026-09-01T07:43:33.394" v="584" actId="403"/>
          <ac:spMkLst>
            <pc:docMk/>
            <pc:sldMk cId="0" sldId="257"/>
            <ac:spMk id="3" creationId="{00000000-0000-0000-0000-000000000000}"/>
          </ac:spMkLst>
        </pc:spChg>
        <pc:spChg chg="mod">
          <ac:chgData name="Silas Tschopp" userId="b6758a523d80672a" providerId="LiveId" clId="{F1F96CFC-DD6A-49A4-8DA2-7E18085858AD}" dt="2026-09-01T08:46:30.644" v="1200" actId="790"/>
          <ac:spMkLst>
            <pc:docMk/>
            <pc:sldMk cId="0" sldId="257"/>
            <ac:spMk id="4" creationId="{00000000-0000-0000-0000-000000000000}"/>
          </ac:spMkLst>
        </pc:spChg>
        <pc:spChg chg="mod">
          <ac:chgData name="Silas Tschopp" userId="b6758a523d80672a" providerId="LiveId" clId="{F1F96CFC-DD6A-49A4-8DA2-7E18085858AD}" dt="2026-09-01T08:46:30.644" v="1200" actId="790"/>
          <ac:spMkLst>
            <pc:docMk/>
            <pc:sldMk cId="0" sldId="257"/>
            <ac:spMk id="5" creationId="{00000000-0000-0000-0000-000000000000}"/>
          </ac:spMkLst>
        </pc:spChg>
        <pc:spChg chg="mod">
          <ac:chgData name="Silas Tschopp" userId="b6758a523d80672a" providerId="LiveId" clId="{F1F96CFC-DD6A-49A4-8DA2-7E18085858AD}" dt="2026-09-01T08:46:30.644" v="1200" actId="790"/>
          <ac:spMkLst>
            <pc:docMk/>
            <pc:sldMk cId="0" sldId="257"/>
            <ac:spMk id="6" creationId="{00000000-0000-0000-0000-000000000000}"/>
          </ac:spMkLst>
        </pc:spChg>
        <pc:spChg chg="mod">
          <ac:chgData name="Silas Tschopp" userId="b6758a523d80672a" providerId="LiveId" clId="{F1F96CFC-DD6A-49A4-8DA2-7E18085858AD}" dt="2026-09-01T08:46:30.644" v="1200" actId="790"/>
          <ac:spMkLst>
            <pc:docMk/>
            <pc:sldMk cId="0" sldId="257"/>
            <ac:spMk id="7" creationId="{00000000-0000-0000-0000-000000000000}"/>
          </ac:spMkLst>
        </pc:spChg>
        <pc:spChg chg="mod">
          <ac:chgData name="Silas Tschopp" userId="b6758a523d80672a" providerId="LiveId" clId="{F1F96CFC-DD6A-49A4-8DA2-7E18085858AD}" dt="2026-09-01T07:42:40.053" v="557" actId="1036"/>
          <ac:spMkLst>
            <pc:docMk/>
            <pc:sldMk cId="0" sldId="257"/>
            <ac:spMk id="8" creationId="{00000000-0000-0000-0000-000000000000}"/>
          </ac:spMkLst>
        </pc:spChg>
        <pc:spChg chg="mod">
          <ac:chgData name="Silas Tschopp" userId="b6758a523d80672a" providerId="LiveId" clId="{F1F96CFC-DD6A-49A4-8DA2-7E18085858AD}" dt="2026-09-01T08:46:30.644" v="1200" actId="790"/>
          <ac:spMkLst>
            <pc:docMk/>
            <pc:sldMk cId="0" sldId="257"/>
            <ac:spMk id="9" creationId="{00000000-0000-0000-0000-000000000000}"/>
          </ac:spMkLst>
        </pc:spChg>
        <pc:spChg chg="mod">
          <ac:chgData name="Silas Tschopp" userId="b6758a523d80672a" providerId="LiveId" clId="{F1F96CFC-DD6A-49A4-8DA2-7E18085858AD}" dt="2026-09-01T07:43:17.376" v="580" actId="12788"/>
          <ac:spMkLst>
            <pc:docMk/>
            <pc:sldMk cId="0" sldId="257"/>
            <ac:spMk id="10" creationId="{00000000-0000-0000-0000-000000000000}"/>
          </ac:spMkLst>
        </pc:spChg>
        <pc:spChg chg="mod">
          <ac:chgData name="Silas Tschopp" userId="b6758a523d80672a" providerId="LiveId" clId="{F1F96CFC-DD6A-49A4-8DA2-7E18085858AD}" dt="2026-09-01T07:43:17.376" v="580" actId="12788"/>
          <ac:spMkLst>
            <pc:docMk/>
            <pc:sldMk cId="0" sldId="257"/>
            <ac:spMk id="11" creationId="{00000000-0000-0000-0000-000000000000}"/>
          </ac:spMkLst>
        </pc:spChg>
        <pc:spChg chg="mod">
          <ac:chgData name="Silas Tschopp" userId="b6758a523d80672a" providerId="LiveId" clId="{F1F96CFC-DD6A-49A4-8DA2-7E18085858AD}" dt="2026-09-01T08:46:30.644" v="1200" actId="790"/>
          <ac:spMkLst>
            <pc:docMk/>
            <pc:sldMk cId="0" sldId="257"/>
            <ac:spMk id="12" creationId="{00000000-0000-0000-0000-000000000000}"/>
          </ac:spMkLst>
        </pc:spChg>
        <pc:spChg chg="mod">
          <ac:chgData name="Silas Tschopp" userId="b6758a523d80672a" providerId="LiveId" clId="{F1F96CFC-DD6A-49A4-8DA2-7E18085858AD}" dt="2026-09-01T07:42:40.053" v="557" actId="1036"/>
          <ac:spMkLst>
            <pc:docMk/>
            <pc:sldMk cId="0" sldId="257"/>
            <ac:spMk id="13" creationId="{00000000-0000-0000-0000-000000000000}"/>
          </ac:spMkLst>
        </pc:spChg>
        <pc:spChg chg="del">
          <ac:chgData name="Silas Tschopp" userId="b6758a523d80672a" providerId="LiveId" clId="{F1F96CFC-DD6A-49A4-8DA2-7E18085858AD}" dt="2026-09-01T07:37:04.676" v="298" actId="478"/>
          <ac:spMkLst>
            <pc:docMk/>
            <pc:sldMk cId="0" sldId="257"/>
            <ac:spMk id="14" creationId="{00000000-0000-0000-0000-000000000000}"/>
          </ac:spMkLst>
        </pc:spChg>
        <pc:spChg chg="del">
          <ac:chgData name="Silas Tschopp" userId="b6758a523d80672a" providerId="LiveId" clId="{F1F96CFC-DD6A-49A4-8DA2-7E18085858AD}" dt="2026-09-01T07:37:07.677" v="299" actId="478"/>
          <ac:spMkLst>
            <pc:docMk/>
            <pc:sldMk cId="0" sldId="257"/>
            <ac:spMk id="15" creationId="{00000000-0000-0000-0000-000000000000}"/>
          </ac:spMkLst>
        </pc:spChg>
        <pc:spChg chg="del">
          <ac:chgData name="Silas Tschopp" userId="b6758a523d80672a" providerId="LiveId" clId="{F1F96CFC-DD6A-49A4-8DA2-7E18085858AD}" dt="2026-09-01T07:37:09.472" v="300" actId="478"/>
          <ac:spMkLst>
            <pc:docMk/>
            <pc:sldMk cId="0" sldId="257"/>
            <ac:spMk id="16" creationId="{00000000-0000-0000-0000-000000000000}"/>
          </ac:spMkLst>
        </pc:spChg>
        <pc:spChg chg="mod">
          <ac:chgData name="Silas Tschopp" userId="b6758a523d80672a" providerId="LiveId" clId="{F1F96CFC-DD6A-49A4-8DA2-7E18085858AD}" dt="2026-09-01T08:46:30.644" v="1200" actId="790"/>
          <ac:spMkLst>
            <pc:docMk/>
            <pc:sldMk cId="0" sldId="257"/>
            <ac:spMk id="17" creationId="{00000000-0000-0000-0000-000000000000}"/>
          </ac:spMkLst>
        </pc:spChg>
        <pc:spChg chg="mod">
          <ac:chgData name="Silas Tschopp" userId="b6758a523d80672a" providerId="LiveId" clId="{F1F96CFC-DD6A-49A4-8DA2-7E18085858AD}" dt="2026-09-01T07:43:47.162" v="590" actId="1076"/>
          <ac:spMkLst>
            <pc:docMk/>
            <pc:sldMk cId="0" sldId="257"/>
            <ac:spMk id="18" creationId="{00000000-0000-0000-0000-000000000000}"/>
          </ac:spMkLst>
        </pc:spChg>
        <pc:spChg chg="mod">
          <ac:chgData name="Silas Tschopp" userId="b6758a523d80672a" providerId="LiveId" clId="{F1F96CFC-DD6A-49A4-8DA2-7E18085858AD}" dt="2026-09-01T08:46:30.644" v="1200" actId="790"/>
          <ac:spMkLst>
            <pc:docMk/>
            <pc:sldMk cId="0" sldId="257"/>
            <ac:spMk id="19" creationId="{00000000-0000-0000-0000-000000000000}"/>
          </ac:spMkLst>
        </pc:spChg>
        <pc:spChg chg="mod">
          <ac:chgData name="Silas Tschopp" userId="b6758a523d80672a" providerId="LiveId" clId="{F1F96CFC-DD6A-49A4-8DA2-7E18085858AD}" dt="2026-09-01T08:46:30.644" v="1200" actId="790"/>
          <ac:spMkLst>
            <pc:docMk/>
            <pc:sldMk cId="0" sldId="257"/>
            <ac:spMk id="20" creationId="{00000000-0000-0000-0000-000000000000}"/>
          </ac:spMkLst>
        </pc:spChg>
        <pc:spChg chg="mod">
          <ac:chgData name="Silas Tschopp" userId="b6758a523d80672a" providerId="LiveId" clId="{F1F96CFC-DD6A-49A4-8DA2-7E18085858AD}" dt="2026-09-01T08:46:30.644" v="1200" actId="790"/>
          <ac:spMkLst>
            <pc:docMk/>
            <pc:sldMk cId="0" sldId="257"/>
            <ac:spMk id="21" creationId="{00000000-0000-0000-0000-000000000000}"/>
          </ac:spMkLst>
        </pc:spChg>
        <pc:picChg chg="add del mod">
          <ac:chgData name="Silas Tschopp" userId="b6758a523d80672a" providerId="LiveId" clId="{F1F96CFC-DD6A-49A4-8DA2-7E18085858AD}" dt="2026-09-01T07:54:44.523" v="740" actId="22"/>
          <ac:picMkLst>
            <pc:docMk/>
            <pc:sldMk cId="0" sldId="257"/>
            <ac:picMk id="23" creationId="{AF54D086-7078-EE8C-9BC8-945AFCBA3B3B}"/>
          </ac:picMkLst>
        </pc:picChg>
      </pc:sldChg>
      <pc:sldChg chg="addSp delSp modSp mod">
        <pc:chgData name="Silas Tschopp" userId="b6758a523d80672a" providerId="LiveId" clId="{F1F96CFC-DD6A-49A4-8DA2-7E18085858AD}" dt="2026-09-01T08:46:30.644" v="1200" actId="790"/>
        <pc:sldMkLst>
          <pc:docMk/>
          <pc:sldMk cId="0" sldId="258"/>
        </pc:sldMkLst>
        <pc:spChg chg="mod">
          <ac:chgData name="Silas Tschopp" userId="b6758a523d80672a" providerId="LiveId" clId="{F1F96CFC-DD6A-49A4-8DA2-7E18085858AD}" dt="2026-09-01T08:46:30.644" v="1200" actId="790"/>
          <ac:spMkLst>
            <pc:docMk/>
            <pc:sldMk cId="0" sldId="258"/>
            <ac:spMk id="2" creationId="{00000000-0000-0000-0000-000000000000}"/>
          </ac:spMkLst>
        </pc:spChg>
        <pc:spChg chg="mod">
          <ac:chgData name="Silas Tschopp" userId="b6758a523d80672a" providerId="LiveId" clId="{F1F96CFC-DD6A-49A4-8DA2-7E18085858AD}" dt="2026-09-01T08:46:30.644" v="1200" actId="790"/>
          <ac:spMkLst>
            <pc:docMk/>
            <pc:sldMk cId="0" sldId="258"/>
            <ac:spMk id="3" creationId="{00000000-0000-0000-0000-000000000000}"/>
          </ac:spMkLst>
        </pc:spChg>
        <pc:spChg chg="mod">
          <ac:chgData name="Silas Tschopp" userId="b6758a523d80672a" providerId="LiveId" clId="{F1F96CFC-DD6A-49A4-8DA2-7E18085858AD}" dt="2026-09-01T08:46:30.644" v="1200" actId="790"/>
          <ac:spMkLst>
            <pc:docMk/>
            <pc:sldMk cId="0" sldId="258"/>
            <ac:spMk id="5" creationId="{00000000-0000-0000-0000-000000000000}"/>
          </ac:spMkLst>
        </pc:spChg>
        <pc:spChg chg="mod">
          <ac:chgData name="Silas Tschopp" userId="b6758a523d80672a" providerId="LiveId" clId="{F1F96CFC-DD6A-49A4-8DA2-7E18085858AD}" dt="2026-09-01T08:46:30.644" v="1200" actId="790"/>
          <ac:spMkLst>
            <pc:docMk/>
            <pc:sldMk cId="0" sldId="258"/>
            <ac:spMk id="6" creationId="{00000000-0000-0000-0000-000000000000}"/>
          </ac:spMkLst>
        </pc:spChg>
        <pc:spChg chg="del">
          <ac:chgData name="Silas Tschopp" userId="b6758a523d80672a" providerId="LiveId" clId="{F1F96CFC-DD6A-49A4-8DA2-7E18085858AD}" dt="2026-09-01T07:47:02.585" v="647" actId="478"/>
          <ac:spMkLst>
            <pc:docMk/>
            <pc:sldMk cId="0" sldId="258"/>
            <ac:spMk id="7" creationId="{00000000-0000-0000-0000-000000000000}"/>
          </ac:spMkLst>
        </pc:spChg>
        <pc:spChg chg="mod">
          <ac:chgData name="Silas Tschopp" userId="b6758a523d80672a" providerId="LiveId" clId="{F1F96CFC-DD6A-49A4-8DA2-7E18085858AD}" dt="2026-09-01T08:46:30.644" v="1200" actId="790"/>
          <ac:spMkLst>
            <pc:docMk/>
            <pc:sldMk cId="0" sldId="258"/>
            <ac:spMk id="8" creationId="{00000000-0000-0000-0000-000000000000}"/>
          </ac:spMkLst>
        </pc:spChg>
        <pc:spChg chg="mod">
          <ac:chgData name="Silas Tschopp" userId="b6758a523d80672a" providerId="LiveId" clId="{F1F96CFC-DD6A-49A4-8DA2-7E18085858AD}" dt="2026-09-01T08:46:30.644" v="1200" actId="790"/>
          <ac:spMkLst>
            <pc:docMk/>
            <pc:sldMk cId="0" sldId="258"/>
            <ac:spMk id="9" creationId="{00000000-0000-0000-0000-000000000000}"/>
          </ac:spMkLst>
        </pc:spChg>
        <pc:spChg chg="mod">
          <ac:chgData name="Silas Tschopp" userId="b6758a523d80672a" providerId="LiveId" clId="{F1F96CFC-DD6A-49A4-8DA2-7E18085858AD}" dt="2026-09-01T08:46:30.644" v="1200" actId="790"/>
          <ac:spMkLst>
            <pc:docMk/>
            <pc:sldMk cId="0" sldId="258"/>
            <ac:spMk id="10" creationId="{00000000-0000-0000-0000-000000000000}"/>
          </ac:spMkLst>
        </pc:spChg>
        <pc:spChg chg="add del mod">
          <ac:chgData name="Silas Tschopp" userId="b6758a523d80672a" providerId="LiveId" clId="{F1F96CFC-DD6A-49A4-8DA2-7E18085858AD}" dt="2026-09-01T07:45:11.663" v="636" actId="478"/>
          <ac:spMkLst>
            <pc:docMk/>
            <pc:sldMk cId="0" sldId="258"/>
            <ac:spMk id="11" creationId="{D2C1F075-8030-8673-2FF1-71FA137CFE89}"/>
          </ac:spMkLst>
        </pc:spChg>
        <pc:spChg chg="add del mod">
          <ac:chgData name="Silas Tschopp" userId="b6758a523d80672a" providerId="LiveId" clId="{F1F96CFC-DD6A-49A4-8DA2-7E18085858AD}" dt="2026-09-01T07:54:40.549" v="733" actId="767"/>
          <ac:spMkLst>
            <pc:docMk/>
            <pc:sldMk cId="0" sldId="258"/>
            <ac:spMk id="12" creationId="{B4841063-C55B-9C72-C195-A8DDE96C43CA}"/>
          </ac:spMkLst>
        </pc:spChg>
        <pc:spChg chg="add mod">
          <ac:chgData name="Silas Tschopp" userId="b6758a523d80672a" providerId="LiveId" clId="{F1F96CFC-DD6A-49A4-8DA2-7E18085858AD}" dt="2026-09-01T08:46:30.644" v="1200" actId="790"/>
          <ac:spMkLst>
            <pc:docMk/>
            <pc:sldMk cId="0" sldId="258"/>
            <ac:spMk id="13" creationId="{999A0A43-D8F8-F4A0-B778-BF7068C1B21B}"/>
          </ac:spMkLst>
        </pc:spChg>
        <pc:graphicFrameChg chg="mod">
          <ac:chgData name="Silas Tschopp" userId="b6758a523d80672a" providerId="LiveId" clId="{F1F96CFC-DD6A-49A4-8DA2-7E18085858AD}" dt="2026-09-01T07:56:28.066" v="785" actId="1076"/>
          <ac:graphicFrameMkLst>
            <pc:docMk/>
            <pc:sldMk cId="0" sldId="258"/>
            <ac:graphicFrameMk id="4" creationId="{00000000-0000-0000-0000-000000000000}"/>
          </ac:graphicFrameMkLst>
        </pc:graphicFrameChg>
      </pc:sldChg>
      <pc:sldChg chg="addSp delSp modSp mod">
        <pc:chgData name="Silas Tschopp" userId="b6758a523d80672a" providerId="LiveId" clId="{F1F96CFC-DD6A-49A4-8DA2-7E18085858AD}" dt="2026-09-01T08:46:30.644" v="1200" actId="790"/>
        <pc:sldMkLst>
          <pc:docMk/>
          <pc:sldMk cId="0" sldId="259"/>
        </pc:sldMkLst>
        <pc:spChg chg="mod">
          <ac:chgData name="Silas Tschopp" userId="b6758a523d80672a" providerId="LiveId" clId="{F1F96CFC-DD6A-49A4-8DA2-7E18085858AD}" dt="2026-09-01T08:46:30.644" v="1200" actId="790"/>
          <ac:spMkLst>
            <pc:docMk/>
            <pc:sldMk cId="0" sldId="259"/>
            <ac:spMk id="2" creationId="{00000000-0000-0000-0000-000000000000}"/>
          </ac:spMkLst>
        </pc:spChg>
        <pc:spChg chg="mod">
          <ac:chgData name="Silas Tschopp" userId="b6758a523d80672a" providerId="LiveId" clId="{F1F96CFC-DD6A-49A4-8DA2-7E18085858AD}" dt="2026-09-01T08:46:30.644" v="1200" actId="790"/>
          <ac:spMkLst>
            <pc:docMk/>
            <pc:sldMk cId="0" sldId="259"/>
            <ac:spMk id="3" creationId="{00000000-0000-0000-0000-000000000000}"/>
          </ac:spMkLst>
        </pc:spChg>
        <pc:spChg chg="mod">
          <ac:chgData name="Silas Tschopp" userId="b6758a523d80672a" providerId="LiveId" clId="{F1F96CFC-DD6A-49A4-8DA2-7E18085858AD}" dt="2026-09-01T07:58:37.228" v="812" actId="255"/>
          <ac:spMkLst>
            <pc:docMk/>
            <pc:sldMk cId="0" sldId="259"/>
            <ac:spMk id="5" creationId="{00000000-0000-0000-0000-000000000000}"/>
          </ac:spMkLst>
        </pc:spChg>
        <pc:spChg chg="mod">
          <ac:chgData name="Silas Tschopp" userId="b6758a523d80672a" providerId="LiveId" clId="{F1F96CFC-DD6A-49A4-8DA2-7E18085858AD}" dt="2026-09-01T08:46:30.644" v="1200" actId="790"/>
          <ac:spMkLst>
            <pc:docMk/>
            <pc:sldMk cId="0" sldId="259"/>
            <ac:spMk id="6" creationId="{00000000-0000-0000-0000-000000000000}"/>
          </ac:spMkLst>
        </pc:spChg>
        <pc:spChg chg="mod">
          <ac:chgData name="Silas Tschopp" userId="b6758a523d80672a" providerId="LiveId" clId="{F1F96CFC-DD6A-49A4-8DA2-7E18085858AD}" dt="2026-09-01T07:58:29.906" v="811" actId="255"/>
          <ac:spMkLst>
            <pc:docMk/>
            <pc:sldMk cId="0" sldId="259"/>
            <ac:spMk id="7" creationId="{00000000-0000-0000-0000-000000000000}"/>
          </ac:spMkLst>
        </pc:spChg>
        <pc:spChg chg="mod">
          <ac:chgData name="Silas Tschopp" userId="b6758a523d80672a" providerId="LiveId" clId="{F1F96CFC-DD6A-49A4-8DA2-7E18085858AD}" dt="2026-09-01T07:58:24.528" v="810" actId="404"/>
          <ac:spMkLst>
            <pc:docMk/>
            <pc:sldMk cId="0" sldId="259"/>
            <ac:spMk id="9" creationId="{00000000-0000-0000-0000-000000000000}"/>
          </ac:spMkLst>
        </pc:spChg>
        <pc:spChg chg="mod">
          <ac:chgData name="Silas Tschopp" userId="b6758a523d80672a" providerId="LiveId" clId="{F1F96CFC-DD6A-49A4-8DA2-7E18085858AD}" dt="2026-09-01T08:46:30.644" v="1200" actId="790"/>
          <ac:spMkLst>
            <pc:docMk/>
            <pc:sldMk cId="0" sldId="259"/>
            <ac:spMk id="11" creationId="{00000000-0000-0000-0000-000000000000}"/>
          </ac:spMkLst>
        </pc:spChg>
        <pc:spChg chg="mod">
          <ac:chgData name="Silas Tschopp" userId="b6758a523d80672a" providerId="LiveId" clId="{F1F96CFC-DD6A-49A4-8DA2-7E18085858AD}" dt="2026-09-01T08:46:30.644" v="1200" actId="790"/>
          <ac:spMkLst>
            <pc:docMk/>
            <pc:sldMk cId="0" sldId="259"/>
            <ac:spMk id="12" creationId="{00000000-0000-0000-0000-000000000000}"/>
          </ac:spMkLst>
        </pc:spChg>
        <pc:spChg chg="mod">
          <ac:chgData name="Silas Tschopp" userId="b6758a523d80672a" providerId="LiveId" clId="{F1F96CFC-DD6A-49A4-8DA2-7E18085858AD}" dt="2026-09-01T08:46:30.644" v="1200" actId="790"/>
          <ac:spMkLst>
            <pc:docMk/>
            <pc:sldMk cId="0" sldId="259"/>
            <ac:spMk id="14" creationId="{00000000-0000-0000-0000-000000000000}"/>
          </ac:spMkLst>
        </pc:spChg>
        <pc:spChg chg="del">
          <ac:chgData name="Silas Tschopp" userId="b6758a523d80672a" providerId="LiveId" clId="{F1F96CFC-DD6A-49A4-8DA2-7E18085858AD}" dt="2026-09-01T08:00:13.057" v="823" actId="478"/>
          <ac:spMkLst>
            <pc:docMk/>
            <pc:sldMk cId="0" sldId="259"/>
            <ac:spMk id="18" creationId="{00000000-0000-0000-0000-000000000000}"/>
          </ac:spMkLst>
        </pc:spChg>
        <pc:spChg chg="mod">
          <ac:chgData name="Silas Tschopp" userId="b6758a523d80672a" providerId="LiveId" clId="{F1F96CFC-DD6A-49A4-8DA2-7E18085858AD}" dt="2026-09-01T08:46:30.644" v="1200" actId="790"/>
          <ac:spMkLst>
            <pc:docMk/>
            <pc:sldMk cId="0" sldId="259"/>
            <ac:spMk id="22" creationId="{00000000-0000-0000-0000-000000000000}"/>
          </ac:spMkLst>
        </pc:spChg>
        <pc:spChg chg="del mod">
          <ac:chgData name="Silas Tschopp" userId="b6758a523d80672a" providerId="LiveId" clId="{F1F96CFC-DD6A-49A4-8DA2-7E18085858AD}" dt="2026-09-01T08:00:15.644" v="824" actId="478"/>
          <ac:spMkLst>
            <pc:docMk/>
            <pc:sldMk cId="0" sldId="259"/>
            <ac:spMk id="24" creationId="{00000000-0000-0000-0000-000000000000}"/>
          </ac:spMkLst>
        </pc:spChg>
        <pc:spChg chg="mod">
          <ac:chgData name="Silas Tschopp" userId="b6758a523d80672a" providerId="LiveId" clId="{F1F96CFC-DD6A-49A4-8DA2-7E18085858AD}" dt="2026-09-01T08:46:30.644" v="1200" actId="790"/>
          <ac:spMkLst>
            <pc:docMk/>
            <pc:sldMk cId="0" sldId="259"/>
            <ac:spMk id="29" creationId="{00000000-0000-0000-0000-000000000000}"/>
          </ac:spMkLst>
        </pc:spChg>
        <pc:spChg chg="del">
          <ac:chgData name="Silas Tschopp" userId="b6758a523d80672a" providerId="LiveId" clId="{F1F96CFC-DD6A-49A4-8DA2-7E18085858AD}" dt="2026-09-01T08:00:17.642" v="825" actId="478"/>
          <ac:spMkLst>
            <pc:docMk/>
            <pc:sldMk cId="0" sldId="259"/>
            <ac:spMk id="30" creationId="{00000000-0000-0000-0000-000000000000}"/>
          </ac:spMkLst>
        </pc:spChg>
        <pc:spChg chg="mod">
          <ac:chgData name="Silas Tschopp" userId="b6758a523d80672a" providerId="LiveId" clId="{F1F96CFC-DD6A-49A4-8DA2-7E18085858AD}" dt="2026-09-01T08:46:30.644" v="1200" actId="790"/>
          <ac:spMkLst>
            <pc:docMk/>
            <pc:sldMk cId="0" sldId="259"/>
            <ac:spMk id="33" creationId="{00000000-0000-0000-0000-000000000000}"/>
          </ac:spMkLst>
        </pc:spChg>
        <pc:spChg chg="mod">
          <ac:chgData name="Silas Tschopp" userId="b6758a523d80672a" providerId="LiveId" clId="{F1F96CFC-DD6A-49A4-8DA2-7E18085858AD}" dt="2026-08-31T14:24:28.021" v="59" actId="20577"/>
          <ac:spMkLst>
            <pc:docMk/>
            <pc:sldMk cId="0" sldId="259"/>
            <ac:spMk id="35" creationId="{00000000-0000-0000-0000-000000000000}"/>
          </ac:spMkLst>
        </pc:spChg>
        <pc:spChg chg="mod">
          <ac:chgData name="Silas Tschopp" userId="b6758a523d80672a" providerId="LiveId" clId="{F1F96CFC-DD6A-49A4-8DA2-7E18085858AD}" dt="2026-09-01T08:46:30.644" v="1200" actId="790"/>
          <ac:spMkLst>
            <pc:docMk/>
            <pc:sldMk cId="0" sldId="259"/>
            <ac:spMk id="36" creationId="{00000000-0000-0000-0000-000000000000}"/>
          </ac:spMkLst>
        </pc:spChg>
        <pc:spChg chg="add mod">
          <ac:chgData name="Silas Tschopp" userId="b6758a523d80672a" providerId="LiveId" clId="{F1F96CFC-DD6A-49A4-8DA2-7E18085858AD}" dt="2026-09-01T08:04:51.391" v="900" actId="20577"/>
          <ac:spMkLst>
            <pc:docMk/>
            <pc:sldMk cId="0" sldId="259"/>
            <ac:spMk id="51" creationId="{A0921699-A42F-E736-C923-777F70011628}"/>
          </ac:spMkLst>
        </pc:spChg>
        <pc:cxnChg chg="add mod">
          <ac:chgData name="Silas Tschopp" userId="b6758a523d80672a" providerId="LiveId" clId="{F1F96CFC-DD6A-49A4-8DA2-7E18085858AD}" dt="2026-09-01T08:00:35.085" v="828" actId="17032"/>
          <ac:cxnSpMkLst>
            <pc:docMk/>
            <pc:sldMk cId="0" sldId="259"/>
            <ac:cxnSpMk id="40" creationId="{A39E4AFA-9AE7-72F0-45DC-5E5C86A6995D}"/>
          </ac:cxnSpMkLst>
        </pc:cxnChg>
        <pc:cxnChg chg="add mod">
          <ac:chgData name="Silas Tschopp" userId="b6758a523d80672a" providerId="LiveId" clId="{F1F96CFC-DD6A-49A4-8DA2-7E18085858AD}" dt="2026-09-01T08:00:40.627" v="829" actId="17032"/>
          <ac:cxnSpMkLst>
            <pc:docMk/>
            <pc:sldMk cId="0" sldId="259"/>
            <ac:cxnSpMk id="46" creationId="{B00537BE-ED21-214C-0733-5DAF1A7BA4C7}"/>
          </ac:cxnSpMkLst>
        </pc:cxnChg>
        <pc:cxnChg chg="add mod">
          <ac:chgData name="Silas Tschopp" userId="b6758a523d80672a" providerId="LiveId" clId="{F1F96CFC-DD6A-49A4-8DA2-7E18085858AD}" dt="2026-09-01T08:00:48.743" v="831" actId="17032"/>
          <ac:cxnSpMkLst>
            <pc:docMk/>
            <pc:sldMk cId="0" sldId="259"/>
            <ac:cxnSpMk id="48" creationId="{76E8CA0A-108D-BB0F-2801-DB65518CCB0D}"/>
          </ac:cxnSpMkLst>
        </pc:cxnChg>
        <pc:cxnChg chg="add mod">
          <ac:chgData name="Silas Tschopp" userId="b6758a523d80672a" providerId="LiveId" clId="{F1F96CFC-DD6A-49A4-8DA2-7E18085858AD}" dt="2026-09-01T08:00:56.709" v="833" actId="17032"/>
          <ac:cxnSpMkLst>
            <pc:docMk/>
            <pc:sldMk cId="0" sldId="259"/>
            <ac:cxnSpMk id="50" creationId="{F2259DA2-9037-5617-A224-843A3727C40B}"/>
          </ac:cxnSpMkLst>
        </pc:cxnChg>
      </pc:sldChg>
      <pc:sldChg chg="modSp mod">
        <pc:chgData name="Silas Tschopp" userId="b6758a523d80672a" providerId="LiveId" clId="{F1F96CFC-DD6A-49A4-8DA2-7E18085858AD}" dt="2026-09-01T08:46:30.644" v="1200" actId="790"/>
        <pc:sldMkLst>
          <pc:docMk/>
          <pc:sldMk cId="0" sldId="260"/>
        </pc:sldMkLst>
        <pc:spChg chg="mod">
          <ac:chgData name="Silas Tschopp" userId="b6758a523d80672a" providerId="LiveId" clId="{F1F96CFC-DD6A-49A4-8DA2-7E18085858AD}" dt="2026-09-01T08:46:30.644" v="1200" actId="790"/>
          <ac:spMkLst>
            <pc:docMk/>
            <pc:sldMk cId="0" sldId="260"/>
            <ac:spMk id="2" creationId="{00000000-0000-0000-0000-000000000000}"/>
          </ac:spMkLst>
        </pc:spChg>
        <pc:spChg chg="mod">
          <ac:chgData name="Silas Tschopp" userId="b6758a523d80672a" providerId="LiveId" clId="{F1F96CFC-DD6A-49A4-8DA2-7E18085858AD}" dt="2026-09-01T08:46:30.644" v="1200" actId="790"/>
          <ac:spMkLst>
            <pc:docMk/>
            <pc:sldMk cId="0" sldId="260"/>
            <ac:spMk id="3" creationId="{00000000-0000-0000-0000-000000000000}"/>
          </ac:spMkLst>
        </pc:spChg>
        <pc:spChg chg="mod">
          <ac:chgData name="Silas Tschopp" userId="b6758a523d80672a" providerId="LiveId" clId="{F1F96CFC-DD6A-49A4-8DA2-7E18085858AD}" dt="2026-09-01T08:46:30.644" v="1200" actId="790"/>
          <ac:spMkLst>
            <pc:docMk/>
            <pc:sldMk cId="0" sldId="260"/>
            <ac:spMk id="4" creationId="{00000000-0000-0000-0000-000000000000}"/>
          </ac:spMkLst>
        </pc:spChg>
        <pc:spChg chg="mod">
          <ac:chgData name="Silas Tschopp" userId="b6758a523d80672a" providerId="LiveId" clId="{F1F96CFC-DD6A-49A4-8DA2-7E18085858AD}" dt="2026-09-01T08:46:30.644" v="1200" actId="790"/>
          <ac:spMkLst>
            <pc:docMk/>
            <pc:sldMk cId="0" sldId="260"/>
            <ac:spMk id="5" creationId="{00000000-0000-0000-0000-000000000000}"/>
          </ac:spMkLst>
        </pc:spChg>
        <pc:graphicFrameChg chg="modGraphic">
          <ac:chgData name="Silas Tschopp" userId="b6758a523d80672a" providerId="LiveId" clId="{F1F96CFC-DD6A-49A4-8DA2-7E18085858AD}" dt="2026-09-01T08:46:30.644" v="1200" actId="790"/>
          <ac:graphicFrameMkLst>
            <pc:docMk/>
            <pc:sldMk cId="0" sldId="260"/>
            <ac:graphicFrameMk id="6" creationId="{00000000-0000-0000-0000-000000000000}"/>
          </ac:graphicFrameMkLst>
        </pc:graphicFrameChg>
      </pc:sldChg>
      <pc:sldChg chg="delSp modSp mod">
        <pc:chgData name="Silas Tschopp" userId="b6758a523d80672a" providerId="LiveId" clId="{F1F96CFC-DD6A-49A4-8DA2-7E18085858AD}" dt="2026-09-01T08:47:57.177" v="1345" actId="1076"/>
        <pc:sldMkLst>
          <pc:docMk/>
          <pc:sldMk cId="0" sldId="261"/>
        </pc:sldMkLst>
        <pc:spChg chg="mod">
          <ac:chgData name="Silas Tschopp" userId="b6758a523d80672a" providerId="LiveId" clId="{F1F96CFC-DD6A-49A4-8DA2-7E18085858AD}" dt="2026-09-01T08:46:30.644" v="1200" actId="790"/>
          <ac:spMkLst>
            <pc:docMk/>
            <pc:sldMk cId="0" sldId="261"/>
            <ac:spMk id="2" creationId="{00000000-0000-0000-0000-000000000000}"/>
          </ac:spMkLst>
        </pc:spChg>
        <pc:spChg chg="mod">
          <ac:chgData name="Silas Tschopp" userId="b6758a523d80672a" providerId="LiveId" clId="{F1F96CFC-DD6A-49A4-8DA2-7E18085858AD}" dt="2026-09-01T08:46:30.644" v="1200" actId="790"/>
          <ac:spMkLst>
            <pc:docMk/>
            <pc:sldMk cId="0" sldId="261"/>
            <ac:spMk id="3" creationId="{00000000-0000-0000-0000-000000000000}"/>
          </ac:spMkLst>
        </pc:spChg>
        <pc:spChg chg="mod">
          <ac:chgData name="Silas Tschopp" userId="b6758a523d80672a" providerId="LiveId" clId="{F1F96CFC-DD6A-49A4-8DA2-7E18085858AD}" dt="2026-09-01T08:46:30.644" v="1200" actId="790"/>
          <ac:spMkLst>
            <pc:docMk/>
            <pc:sldMk cId="0" sldId="261"/>
            <ac:spMk id="5" creationId="{00000000-0000-0000-0000-000000000000}"/>
          </ac:spMkLst>
        </pc:spChg>
        <pc:spChg chg="mod">
          <ac:chgData name="Silas Tschopp" userId="b6758a523d80672a" providerId="LiveId" clId="{F1F96CFC-DD6A-49A4-8DA2-7E18085858AD}" dt="2026-09-01T08:46:30.644" v="1200" actId="790"/>
          <ac:spMkLst>
            <pc:docMk/>
            <pc:sldMk cId="0" sldId="261"/>
            <ac:spMk id="6" creationId="{00000000-0000-0000-0000-000000000000}"/>
          </ac:spMkLst>
        </pc:spChg>
        <pc:spChg chg="mod">
          <ac:chgData name="Silas Tschopp" userId="b6758a523d80672a" providerId="LiveId" clId="{F1F96CFC-DD6A-49A4-8DA2-7E18085858AD}" dt="2026-09-01T08:46:30.644" v="1200" actId="790"/>
          <ac:spMkLst>
            <pc:docMk/>
            <pc:sldMk cId="0" sldId="261"/>
            <ac:spMk id="7" creationId="{00000000-0000-0000-0000-000000000000}"/>
          </ac:spMkLst>
        </pc:spChg>
        <pc:spChg chg="del mod">
          <ac:chgData name="Silas Tschopp" userId="b6758a523d80672a" providerId="LiveId" clId="{F1F96CFC-DD6A-49A4-8DA2-7E18085858AD}" dt="2026-09-01T08:40:23.082" v="931" actId="478"/>
          <ac:spMkLst>
            <pc:docMk/>
            <pc:sldMk cId="0" sldId="261"/>
            <ac:spMk id="8" creationId="{00000000-0000-0000-0000-000000000000}"/>
          </ac:spMkLst>
        </pc:spChg>
        <pc:spChg chg="mod">
          <ac:chgData name="Silas Tschopp" userId="b6758a523d80672a" providerId="LiveId" clId="{F1F96CFC-DD6A-49A4-8DA2-7E18085858AD}" dt="2026-09-01T08:44:05.822" v="1138" actId="403"/>
          <ac:spMkLst>
            <pc:docMk/>
            <pc:sldMk cId="0" sldId="261"/>
            <ac:spMk id="9" creationId="{00000000-0000-0000-0000-000000000000}"/>
          </ac:spMkLst>
        </pc:spChg>
        <pc:spChg chg="mod">
          <ac:chgData name="Silas Tschopp" userId="b6758a523d80672a" providerId="LiveId" clId="{F1F96CFC-DD6A-49A4-8DA2-7E18085858AD}" dt="2026-09-01T08:46:30.644" v="1200" actId="790"/>
          <ac:spMkLst>
            <pc:docMk/>
            <pc:sldMk cId="0" sldId="261"/>
            <ac:spMk id="11" creationId="{00000000-0000-0000-0000-000000000000}"/>
          </ac:spMkLst>
        </pc:spChg>
        <pc:spChg chg="mod">
          <ac:chgData name="Silas Tschopp" userId="b6758a523d80672a" providerId="LiveId" clId="{F1F96CFC-DD6A-49A4-8DA2-7E18085858AD}" dt="2026-09-01T08:46:30.644" v="1200" actId="790"/>
          <ac:spMkLst>
            <pc:docMk/>
            <pc:sldMk cId="0" sldId="261"/>
            <ac:spMk id="12" creationId="{00000000-0000-0000-0000-000000000000}"/>
          </ac:spMkLst>
        </pc:spChg>
        <pc:spChg chg="mod">
          <ac:chgData name="Silas Tschopp" userId="b6758a523d80672a" providerId="LiveId" clId="{F1F96CFC-DD6A-49A4-8DA2-7E18085858AD}" dt="2026-09-01T08:44:25.366" v="1142" actId="403"/>
          <ac:spMkLst>
            <pc:docMk/>
            <pc:sldMk cId="0" sldId="261"/>
            <ac:spMk id="13" creationId="{00000000-0000-0000-0000-000000000000}"/>
          </ac:spMkLst>
        </pc:spChg>
        <pc:spChg chg="mod">
          <ac:chgData name="Silas Tschopp" userId="b6758a523d80672a" providerId="LiveId" clId="{F1F96CFC-DD6A-49A4-8DA2-7E18085858AD}" dt="2026-09-01T08:47:57.177" v="1345" actId="1076"/>
          <ac:spMkLst>
            <pc:docMk/>
            <pc:sldMk cId="0" sldId="261"/>
            <ac:spMk id="14" creationId="{00000000-0000-0000-0000-000000000000}"/>
          </ac:spMkLst>
        </pc:spChg>
        <pc:spChg chg="del mod">
          <ac:chgData name="Silas Tschopp" userId="b6758a523d80672a" providerId="LiveId" clId="{F1F96CFC-DD6A-49A4-8DA2-7E18085858AD}" dt="2026-09-01T08:44:42.229" v="1143" actId="478"/>
          <ac:spMkLst>
            <pc:docMk/>
            <pc:sldMk cId="0" sldId="261"/>
            <ac:spMk id="15" creationId="{00000000-0000-0000-0000-000000000000}"/>
          </ac:spMkLst>
        </pc:spChg>
        <pc:spChg chg="mod">
          <ac:chgData name="Silas Tschopp" userId="b6758a523d80672a" providerId="LiveId" clId="{F1F96CFC-DD6A-49A4-8DA2-7E18085858AD}" dt="2026-09-01T08:47:15.642" v="1303" actId="403"/>
          <ac:spMkLst>
            <pc:docMk/>
            <pc:sldMk cId="0" sldId="261"/>
            <ac:spMk id="16" creationId="{00000000-0000-0000-0000-000000000000}"/>
          </ac:spMkLst>
        </pc:spChg>
        <pc:spChg chg="mod">
          <ac:chgData name="Silas Tschopp" userId="b6758a523d80672a" providerId="LiveId" clId="{F1F96CFC-DD6A-49A4-8DA2-7E18085858AD}" dt="2026-09-01T08:46:30.644" v="1200" actId="790"/>
          <ac:spMkLst>
            <pc:docMk/>
            <pc:sldMk cId="0" sldId="261"/>
            <ac:spMk id="18" creationId="{00000000-0000-0000-0000-000000000000}"/>
          </ac:spMkLst>
        </pc:spChg>
      </pc:sldChg>
      <pc:sldChg chg="modSp mod">
        <pc:chgData name="Silas Tschopp" userId="b6758a523d80672a" providerId="LiveId" clId="{F1F96CFC-DD6A-49A4-8DA2-7E18085858AD}" dt="2026-09-01T08:52:00.877" v="1377" actId="403"/>
        <pc:sldMkLst>
          <pc:docMk/>
          <pc:sldMk cId="0" sldId="262"/>
        </pc:sldMkLst>
        <pc:spChg chg="mod">
          <ac:chgData name="Silas Tschopp" userId="b6758a523d80672a" providerId="LiveId" clId="{F1F96CFC-DD6A-49A4-8DA2-7E18085858AD}" dt="2026-09-01T08:48:12.516" v="1347" actId="255"/>
          <ac:spMkLst>
            <pc:docMk/>
            <pc:sldMk cId="0" sldId="262"/>
            <ac:spMk id="2" creationId="{00000000-0000-0000-0000-000000000000}"/>
          </ac:spMkLst>
        </pc:spChg>
        <pc:spChg chg="mod">
          <ac:chgData name="Silas Tschopp" userId="b6758a523d80672a" providerId="LiveId" clId="{F1F96CFC-DD6A-49A4-8DA2-7E18085858AD}" dt="2026-09-01T08:50:21.993" v="1367" actId="207"/>
          <ac:spMkLst>
            <pc:docMk/>
            <pc:sldMk cId="0" sldId="262"/>
            <ac:spMk id="4" creationId="{00000000-0000-0000-0000-000000000000}"/>
          </ac:spMkLst>
        </pc:spChg>
        <pc:spChg chg="mod">
          <ac:chgData name="Silas Tschopp" userId="b6758a523d80672a" providerId="LiveId" clId="{F1F96CFC-DD6A-49A4-8DA2-7E18085858AD}" dt="2026-09-01T08:51:13.108" v="1373" actId="207"/>
          <ac:spMkLst>
            <pc:docMk/>
            <pc:sldMk cId="0" sldId="262"/>
            <ac:spMk id="5" creationId="{00000000-0000-0000-0000-000000000000}"/>
          </ac:spMkLst>
        </pc:spChg>
        <pc:spChg chg="mod">
          <ac:chgData name="Silas Tschopp" userId="b6758a523d80672a" providerId="LiveId" clId="{F1F96CFC-DD6A-49A4-8DA2-7E18085858AD}" dt="2026-09-01T08:51:22.127" v="1375" actId="207"/>
          <ac:spMkLst>
            <pc:docMk/>
            <pc:sldMk cId="0" sldId="262"/>
            <ac:spMk id="6" creationId="{00000000-0000-0000-0000-000000000000}"/>
          </ac:spMkLst>
        </pc:spChg>
        <pc:spChg chg="mod">
          <ac:chgData name="Silas Tschopp" userId="b6758a523d80672a" providerId="LiveId" clId="{F1F96CFC-DD6A-49A4-8DA2-7E18085858AD}" dt="2026-09-01T08:50:34.990" v="1369" actId="207"/>
          <ac:spMkLst>
            <pc:docMk/>
            <pc:sldMk cId="0" sldId="262"/>
            <ac:spMk id="7" creationId="{00000000-0000-0000-0000-000000000000}"/>
          </ac:spMkLst>
        </pc:spChg>
        <pc:spChg chg="mod">
          <ac:chgData name="Silas Tschopp" userId="b6758a523d80672a" providerId="LiveId" clId="{F1F96CFC-DD6A-49A4-8DA2-7E18085858AD}" dt="2026-09-01T08:51:01.977" v="1371" actId="207"/>
          <ac:spMkLst>
            <pc:docMk/>
            <pc:sldMk cId="0" sldId="262"/>
            <ac:spMk id="8" creationId="{00000000-0000-0000-0000-000000000000}"/>
          </ac:spMkLst>
        </pc:spChg>
        <pc:spChg chg="mod">
          <ac:chgData name="Silas Tschopp" userId="b6758a523d80672a" providerId="LiveId" clId="{F1F96CFC-DD6A-49A4-8DA2-7E18085858AD}" dt="2026-09-01T08:51:05.955" v="1372" actId="207"/>
          <ac:spMkLst>
            <pc:docMk/>
            <pc:sldMk cId="0" sldId="262"/>
            <ac:spMk id="9" creationId="{00000000-0000-0000-0000-000000000000}"/>
          </ac:spMkLst>
        </pc:spChg>
        <pc:spChg chg="mod">
          <ac:chgData name="Silas Tschopp" userId="b6758a523d80672a" providerId="LiveId" clId="{F1F96CFC-DD6A-49A4-8DA2-7E18085858AD}" dt="2026-09-01T08:52:00.877" v="1377" actId="403"/>
          <ac:spMkLst>
            <pc:docMk/>
            <pc:sldMk cId="0" sldId="262"/>
            <ac:spMk id="10" creationId="{00000000-0000-0000-0000-000000000000}"/>
          </ac:spMkLst>
        </pc:spChg>
        <pc:spChg chg="mod">
          <ac:chgData name="Silas Tschopp" userId="b6758a523d80672a" providerId="LiveId" clId="{F1F96CFC-DD6A-49A4-8DA2-7E18085858AD}" dt="2026-09-01T08:46:30.644" v="1200" actId="790"/>
          <ac:spMkLst>
            <pc:docMk/>
            <pc:sldMk cId="0" sldId="262"/>
            <ac:spMk id="11" creationId="{00000000-0000-0000-0000-000000000000}"/>
          </ac:spMkLst>
        </pc:spChg>
        <pc:spChg chg="mod">
          <ac:chgData name="Silas Tschopp" userId="b6758a523d80672a" providerId="LiveId" clId="{F1F96CFC-DD6A-49A4-8DA2-7E18085858AD}" dt="2026-09-01T08:46:30.644" v="1200" actId="790"/>
          <ac:spMkLst>
            <pc:docMk/>
            <pc:sldMk cId="0" sldId="262"/>
            <ac:spMk id="12" creationId="{00000000-0000-0000-0000-000000000000}"/>
          </ac:spMkLst>
        </pc:spChg>
        <pc:picChg chg="mod">
          <ac:chgData name="Silas Tschopp" userId="b6758a523d80672a" providerId="LiveId" clId="{F1F96CFC-DD6A-49A4-8DA2-7E18085858AD}" dt="2026-09-01T08:48:32.553" v="1350" actId="1076"/>
          <ac:picMkLst>
            <pc:docMk/>
            <pc:sldMk cId="0" sldId="262"/>
            <ac:picMk id="3" creationId="{00000000-0000-0000-0000-000000000000}"/>
          </ac:picMkLst>
        </pc:picChg>
      </pc:sldChg>
      <pc:sldChg chg="addSp delSp modSp mod">
        <pc:chgData name="Silas Tschopp" userId="b6758a523d80672a" providerId="LiveId" clId="{F1F96CFC-DD6A-49A4-8DA2-7E18085858AD}" dt="2026-09-01T08:52:47.851" v="1381" actId="14100"/>
        <pc:sldMkLst>
          <pc:docMk/>
          <pc:sldMk cId="0" sldId="263"/>
        </pc:sldMkLst>
        <pc:spChg chg="mod">
          <ac:chgData name="Silas Tschopp" userId="b6758a523d80672a" providerId="LiveId" clId="{F1F96CFC-DD6A-49A4-8DA2-7E18085858AD}" dt="2026-09-01T08:52:47.851" v="1381" actId="14100"/>
          <ac:spMkLst>
            <pc:docMk/>
            <pc:sldMk cId="0" sldId="263"/>
            <ac:spMk id="2" creationId="{00000000-0000-0000-0000-000000000000}"/>
          </ac:spMkLst>
        </pc:spChg>
        <pc:spChg chg="mod">
          <ac:chgData name="Silas Tschopp" userId="b6758a523d80672a" providerId="LiveId" clId="{F1F96CFC-DD6A-49A4-8DA2-7E18085858AD}" dt="2026-09-01T08:46:30.644" v="1200" actId="790"/>
          <ac:spMkLst>
            <pc:docMk/>
            <pc:sldMk cId="0" sldId="263"/>
            <ac:spMk id="3" creationId="{00000000-0000-0000-0000-000000000000}"/>
          </ac:spMkLst>
        </pc:spChg>
        <pc:spChg chg="mod">
          <ac:chgData name="Silas Tschopp" userId="b6758a523d80672a" providerId="LiveId" clId="{F1F96CFC-DD6A-49A4-8DA2-7E18085858AD}" dt="2026-09-01T08:46:30.644" v="1200" actId="790"/>
          <ac:spMkLst>
            <pc:docMk/>
            <pc:sldMk cId="0" sldId="263"/>
            <ac:spMk id="4" creationId="{00000000-0000-0000-0000-000000000000}"/>
          </ac:spMkLst>
        </pc:spChg>
        <pc:spChg chg="mod">
          <ac:chgData name="Silas Tschopp" userId="b6758a523d80672a" providerId="LiveId" clId="{F1F96CFC-DD6A-49A4-8DA2-7E18085858AD}" dt="2026-09-01T08:46:30.644" v="1200" actId="790"/>
          <ac:spMkLst>
            <pc:docMk/>
            <pc:sldMk cId="0" sldId="263"/>
            <ac:spMk id="5" creationId="{00000000-0000-0000-0000-000000000000}"/>
          </ac:spMkLst>
        </pc:spChg>
        <pc:spChg chg="mod">
          <ac:chgData name="Silas Tschopp" userId="b6758a523d80672a" providerId="LiveId" clId="{F1F96CFC-DD6A-49A4-8DA2-7E18085858AD}" dt="2026-09-01T08:46:30.644" v="1200" actId="790"/>
          <ac:spMkLst>
            <pc:docMk/>
            <pc:sldMk cId="0" sldId="263"/>
            <ac:spMk id="6" creationId="{00000000-0000-0000-0000-000000000000}"/>
          </ac:spMkLst>
        </pc:spChg>
        <pc:spChg chg="mod">
          <ac:chgData name="Silas Tschopp" userId="b6758a523d80672a" providerId="LiveId" clId="{F1F96CFC-DD6A-49A4-8DA2-7E18085858AD}" dt="2026-09-01T08:46:30.644" v="1200" actId="790"/>
          <ac:spMkLst>
            <pc:docMk/>
            <pc:sldMk cId="0" sldId="263"/>
            <ac:spMk id="8" creationId="{00000000-0000-0000-0000-000000000000}"/>
          </ac:spMkLst>
        </pc:spChg>
        <pc:spChg chg="mod">
          <ac:chgData name="Silas Tschopp" userId="b6758a523d80672a" providerId="LiveId" clId="{F1F96CFC-DD6A-49A4-8DA2-7E18085858AD}" dt="2026-09-01T08:46:30.644" v="1200" actId="790"/>
          <ac:spMkLst>
            <pc:docMk/>
            <pc:sldMk cId="0" sldId="263"/>
            <ac:spMk id="9" creationId="{00000000-0000-0000-0000-000000000000}"/>
          </ac:spMkLst>
        </pc:spChg>
        <pc:spChg chg="mod">
          <ac:chgData name="Silas Tschopp" userId="b6758a523d80672a" providerId="LiveId" clId="{F1F96CFC-DD6A-49A4-8DA2-7E18085858AD}" dt="2026-09-01T08:46:30.644" v="1200" actId="790"/>
          <ac:spMkLst>
            <pc:docMk/>
            <pc:sldMk cId="0" sldId="263"/>
            <ac:spMk id="10" creationId="{00000000-0000-0000-0000-000000000000}"/>
          </ac:spMkLst>
        </pc:spChg>
        <pc:spChg chg="mod">
          <ac:chgData name="Silas Tschopp" userId="b6758a523d80672a" providerId="LiveId" clId="{F1F96CFC-DD6A-49A4-8DA2-7E18085858AD}" dt="2026-09-01T08:46:30.644" v="1200" actId="790"/>
          <ac:spMkLst>
            <pc:docMk/>
            <pc:sldMk cId="0" sldId="263"/>
            <ac:spMk id="11" creationId="{00000000-0000-0000-0000-000000000000}"/>
          </ac:spMkLst>
        </pc:spChg>
        <pc:spChg chg="mod">
          <ac:chgData name="Silas Tschopp" userId="b6758a523d80672a" providerId="LiveId" clId="{F1F96CFC-DD6A-49A4-8DA2-7E18085858AD}" dt="2026-09-01T08:46:30.644" v="1200" actId="790"/>
          <ac:spMkLst>
            <pc:docMk/>
            <pc:sldMk cId="0" sldId="263"/>
            <ac:spMk id="12" creationId="{00000000-0000-0000-0000-000000000000}"/>
          </ac:spMkLst>
        </pc:spChg>
        <pc:spChg chg="add del mod">
          <ac:chgData name="Silas Tschopp" userId="b6758a523d80672a" providerId="LiveId" clId="{F1F96CFC-DD6A-49A4-8DA2-7E18085858AD}" dt="2026-09-01T07:17:26.423" v="147" actId="478"/>
          <ac:spMkLst>
            <pc:docMk/>
            <pc:sldMk cId="0" sldId="263"/>
            <ac:spMk id="14" creationId="{3F69F5BD-7D0C-AC1F-B649-D89C3E5FB792}"/>
          </ac:spMkLst>
        </pc:spChg>
      </pc:sldChg>
      <pc:sldChg chg="delSp modSp mod">
        <pc:chgData name="Silas Tschopp" userId="b6758a523d80672a" providerId="LiveId" clId="{F1F96CFC-DD6A-49A4-8DA2-7E18085858AD}" dt="2026-09-01T08:59:08.261" v="1459" actId="404"/>
        <pc:sldMkLst>
          <pc:docMk/>
          <pc:sldMk cId="0" sldId="264"/>
        </pc:sldMkLst>
        <pc:spChg chg="mod">
          <ac:chgData name="Silas Tschopp" userId="b6758a523d80672a" providerId="LiveId" clId="{F1F96CFC-DD6A-49A4-8DA2-7E18085858AD}" dt="2026-09-01T08:53:24.646" v="1382" actId="255"/>
          <ac:spMkLst>
            <pc:docMk/>
            <pc:sldMk cId="0" sldId="264"/>
            <ac:spMk id="2" creationId="{00000000-0000-0000-0000-000000000000}"/>
          </ac:spMkLst>
        </pc:spChg>
        <pc:spChg chg="mod">
          <ac:chgData name="Silas Tschopp" userId="b6758a523d80672a" providerId="LiveId" clId="{F1F96CFC-DD6A-49A4-8DA2-7E18085858AD}" dt="2026-09-01T08:46:30.644" v="1200" actId="790"/>
          <ac:spMkLst>
            <pc:docMk/>
            <pc:sldMk cId="0" sldId="264"/>
            <ac:spMk id="4" creationId="{00000000-0000-0000-0000-000000000000}"/>
          </ac:spMkLst>
        </pc:spChg>
        <pc:spChg chg="mod">
          <ac:chgData name="Silas Tschopp" userId="b6758a523d80672a" providerId="LiveId" clId="{F1F96CFC-DD6A-49A4-8DA2-7E18085858AD}" dt="2026-09-01T08:53:56.845" v="1385" actId="403"/>
          <ac:spMkLst>
            <pc:docMk/>
            <pc:sldMk cId="0" sldId="264"/>
            <ac:spMk id="5" creationId="{00000000-0000-0000-0000-000000000000}"/>
          </ac:spMkLst>
        </pc:spChg>
        <pc:spChg chg="mod">
          <ac:chgData name="Silas Tschopp" userId="b6758a523d80672a" providerId="LiveId" clId="{F1F96CFC-DD6A-49A4-8DA2-7E18085858AD}" dt="2026-09-01T08:56:42.602" v="1457" actId="1036"/>
          <ac:spMkLst>
            <pc:docMk/>
            <pc:sldMk cId="0" sldId="264"/>
            <ac:spMk id="6" creationId="{00000000-0000-0000-0000-000000000000}"/>
          </ac:spMkLst>
        </pc:spChg>
        <pc:spChg chg="mod">
          <ac:chgData name="Silas Tschopp" userId="b6758a523d80672a" providerId="LiveId" clId="{F1F96CFC-DD6A-49A4-8DA2-7E18085858AD}" dt="2026-09-01T08:56:42.602" v="1457" actId="1036"/>
          <ac:spMkLst>
            <pc:docMk/>
            <pc:sldMk cId="0" sldId="264"/>
            <ac:spMk id="7" creationId="{00000000-0000-0000-0000-000000000000}"/>
          </ac:spMkLst>
        </pc:spChg>
        <pc:spChg chg="mod">
          <ac:chgData name="Silas Tschopp" userId="b6758a523d80672a" providerId="LiveId" clId="{F1F96CFC-DD6A-49A4-8DA2-7E18085858AD}" dt="2026-09-01T08:59:08.261" v="1459" actId="404"/>
          <ac:spMkLst>
            <pc:docMk/>
            <pc:sldMk cId="0" sldId="264"/>
            <ac:spMk id="8" creationId="{00000000-0000-0000-0000-000000000000}"/>
          </ac:spMkLst>
        </pc:spChg>
        <pc:spChg chg="mod">
          <ac:chgData name="Silas Tschopp" userId="b6758a523d80672a" providerId="LiveId" clId="{F1F96CFC-DD6A-49A4-8DA2-7E18085858AD}" dt="2026-09-01T08:56:37.844" v="1447" actId="1035"/>
          <ac:spMkLst>
            <pc:docMk/>
            <pc:sldMk cId="0" sldId="264"/>
            <ac:spMk id="9" creationId="{00000000-0000-0000-0000-000000000000}"/>
          </ac:spMkLst>
        </pc:spChg>
        <pc:spChg chg="del mod">
          <ac:chgData name="Silas Tschopp" userId="b6758a523d80672a" providerId="LiveId" clId="{F1F96CFC-DD6A-49A4-8DA2-7E18085858AD}" dt="2026-09-01T08:56:31.392" v="1422" actId="478"/>
          <ac:spMkLst>
            <pc:docMk/>
            <pc:sldMk cId="0" sldId="264"/>
            <ac:spMk id="10" creationId="{00000000-0000-0000-0000-000000000000}"/>
          </ac:spMkLst>
        </pc:spChg>
        <pc:spChg chg="del mod">
          <ac:chgData name="Silas Tschopp" userId="b6758a523d80672a" providerId="LiveId" clId="{F1F96CFC-DD6A-49A4-8DA2-7E18085858AD}" dt="2026-09-01T08:56:29.933" v="1421" actId="478"/>
          <ac:spMkLst>
            <pc:docMk/>
            <pc:sldMk cId="0" sldId="264"/>
            <ac:spMk id="11" creationId="{00000000-0000-0000-0000-000000000000}"/>
          </ac:spMkLst>
        </pc:spChg>
        <pc:spChg chg="mod">
          <ac:chgData name="Silas Tschopp" userId="b6758a523d80672a" providerId="LiveId" clId="{F1F96CFC-DD6A-49A4-8DA2-7E18085858AD}" dt="2026-09-01T08:46:30.644" v="1200" actId="790"/>
          <ac:spMkLst>
            <pc:docMk/>
            <pc:sldMk cId="0" sldId="264"/>
            <ac:spMk id="13" creationId="{00000000-0000-0000-0000-000000000000}"/>
          </ac:spMkLst>
        </pc:spChg>
      </pc:sldChg>
      <pc:sldChg chg="modSp mod">
        <pc:chgData name="Silas Tschopp" userId="b6758a523d80672a" providerId="LiveId" clId="{F1F96CFC-DD6A-49A4-8DA2-7E18085858AD}" dt="2026-09-01T09:41:33.337" v="1702" actId="403"/>
        <pc:sldMkLst>
          <pc:docMk/>
          <pc:sldMk cId="0" sldId="265"/>
        </pc:sldMkLst>
        <pc:spChg chg="mod">
          <ac:chgData name="Silas Tschopp" userId="b6758a523d80672a" providerId="LiveId" clId="{F1F96CFC-DD6A-49A4-8DA2-7E18085858AD}" dt="2026-09-01T08:59:32.528" v="1462" actId="403"/>
          <ac:spMkLst>
            <pc:docMk/>
            <pc:sldMk cId="0" sldId="265"/>
            <ac:spMk id="2" creationId="{00000000-0000-0000-0000-000000000000}"/>
          </ac:spMkLst>
        </pc:spChg>
        <pc:spChg chg="mod">
          <ac:chgData name="Silas Tschopp" userId="b6758a523d80672a" providerId="LiveId" clId="{F1F96CFC-DD6A-49A4-8DA2-7E18085858AD}" dt="2026-09-01T08:46:30.644" v="1200" actId="790"/>
          <ac:spMkLst>
            <pc:docMk/>
            <pc:sldMk cId="0" sldId="265"/>
            <ac:spMk id="5" creationId="{00000000-0000-0000-0000-000000000000}"/>
          </ac:spMkLst>
        </pc:spChg>
        <pc:spChg chg="mod">
          <ac:chgData name="Silas Tschopp" userId="b6758a523d80672a" providerId="LiveId" clId="{F1F96CFC-DD6A-49A4-8DA2-7E18085858AD}" dt="2026-09-01T08:59:54.546" v="1467" actId="404"/>
          <ac:spMkLst>
            <pc:docMk/>
            <pc:sldMk cId="0" sldId="265"/>
            <ac:spMk id="6" creationId="{00000000-0000-0000-0000-000000000000}"/>
          </ac:spMkLst>
        </pc:spChg>
        <pc:spChg chg="mod">
          <ac:chgData name="Silas Tschopp" userId="b6758a523d80672a" providerId="LiveId" clId="{F1F96CFC-DD6A-49A4-8DA2-7E18085858AD}" dt="2026-09-01T09:00:38.503" v="1486" actId="403"/>
          <ac:spMkLst>
            <pc:docMk/>
            <pc:sldMk cId="0" sldId="265"/>
            <ac:spMk id="7" creationId="{00000000-0000-0000-0000-000000000000}"/>
          </ac:spMkLst>
        </pc:spChg>
        <pc:spChg chg="mod">
          <ac:chgData name="Silas Tschopp" userId="b6758a523d80672a" providerId="LiveId" clId="{F1F96CFC-DD6A-49A4-8DA2-7E18085858AD}" dt="2026-09-01T09:41:33.337" v="1702" actId="403"/>
          <ac:spMkLst>
            <pc:docMk/>
            <pc:sldMk cId="0" sldId="265"/>
            <ac:spMk id="8" creationId="{00000000-0000-0000-0000-000000000000}"/>
          </ac:spMkLst>
        </pc:spChg>
        <pc:spChg chg="mod">
          <ac:chgData name="Silas Tschopp" userId="b6758a523d80672a" providerId="LiveId" clId="{F1F96CFC-DD6A-49A4-8DA2-7E18085858AD}" dt="2026-09-01T09:01:19.612" v="1500" actId="403"/>
          <ac:spMkLst>
            <pc:docMk/>
            <pc:sldMk cId="0" sldId="265"/>
            <ac:spMk id="9" creationId="{00000000-0000-0000-0000-000000000000}"/>
          </ac:spMkLst>
        </pc:spChg>
        <pc:spChg chg="mod">
          <ac:chgData name="Silas Tschopp" userId="b6758a523d80672a" providerId="LiveId" clId="{F1F96CFC-DD6A-49A4-8DA2-7E18085858AD}" dt="2026-09-01T08:46:30.644" v="1200" actId="790"/>
          <ac:spMkLst>
            <pc:docMk/>
            <pc:sldMk cId="0" sldId="265"/>
            <ac:spMk id="10" creationId="{00000000-0000-0000-0000-000000000000}"/>
          </ac:spMkLst>
        </pc:spChg>
        <pc:spChg chg="mod">
          <ac:chgData name="Silas Tschopp" userId="b6758a523d80672a" providerId="LiveId" clId="{F1F96CFC-DD6A-49A4-8DA2-7E18085858AD}" dt="2026-09-01T09:02:00.210" v="1502" actId="403"/>
          <ac:spMkLst>
            <pc:docMk/>
            <pc:sldMk cId="0" sldId="265"/>
            <ac:spMk id="11" creationId="{00000000-0000-0000-0000-000000000000}"/>
          </ac:spMkLst>
        </pc:spChg>
        <pc:spChg chg="mod">
          <ac:chgData name="Silas Tschopp" userId="b6758a523d80672a" providerId="LiveId" clId="{F1F96CFC-DD6A-49A4-8DA2-7E18085858AD}" dt="2026-09-01T09:03:46.300" v="1609" actId="1076"/>
          <ac:spMkLst>
            <pc:docMk/>
            <pc:sldMk cId="0" sldId="265"/>
            <ac:spMk id="12" creationId="{00000000-0000-0000-0000-000000000000}"/>
          </ac:spMkLst>
        </pc:spChg>
        <pc:spChg chg="mod">
          <ac:chgData name="Silas Tschopp" userId="b6758a523d80672a" providerId="LiveId" clId="{F1F96CFC-DD6A-49A4-8DA2-7E18085858AD}" dt="2026-09-01T08:46:30.644" v="1200" actId="790"/>
          <ac:spMkLst>
            <pc:docMk/>
            <pc:sldMk cId="0" sldId="265"/>
            <ac:spMk id="13" creationId="{00000000-0000-0000-0000-000000000000}"/>
          </ac:spMkLst>
        </pc:spChg>
        <pc:spChg chg="mod">
          <ac:chgData name="Silas Tschopp" userId="b6758a523d80672a" providerId="LiveId" clId="{F1F96CFC-DD6A-49A4-8DA2-7E18085858AD}" dt="2026-09-01T08:46:30.644" v="1200" actId="790"/>
          <ac:spMkLst>
            <pc:docMk/>
            <pc:sldMk cId="0" sldId="265"/>
            <ac:spMk id="14" creationId="{00000000-0000-0000-0000-000000000000}"/>
          </ac:spMkLst>
        </pc:spChg>
      </pc:sldChg>
      <pc:sldChg chg="modSp mod">
        <pc:chgData name="Silas Tschopp" userId="b6758a523d80672a" providerId="LiveId" clId="{F1F96CFC-DD6A-49A4-8DA2-7E18085858AD}" dt="2026-09-01T11:28:28.900" v="1759" actId="1076"/>
        <pc:sldMkLst>
          <pc:docMk/>
          <pc:sldMk cId="0" sldId="266"/>
        </pc:sldMkLst>
        <pc:spChg chg="mod">
          <ac:chgData name="Silas Tschopp" userId="b6758a523d80672a" providerId="LiveId" clId="{F1F96CFC-DD6A-49A4-8DA2-7E18085858AD}" dt="2026-09-01T09:04:31.250" v="1645" actId="403"/>
          <ac:spMkLst>
            <pc:docMk/>
            <pc:sldMk cId="0" sldId="266"/>
            <ac:spMk id="2" creationId="{00000000-0000-0000-0000-000000000000}"/>
          </ac:spMkLst>
        </pc:spChg>
        <pc:spChg chg="mod">
          <ac:chgData name="Silas Tschopp" userId="b6758a523d80672a" providerId="LiveId" clId="{F1F96CFC-DD6A-49A4-8DA2-7E18085858AD}" dt="2026-09-01T08:46:30.644" v="1200" actId="790"/>
          <ac:spMkLst>
            <pc:docMk/>
            <pc:sldMk cId="0" sldId="266"/>
            <ac:spMk id="3" creationId="{00000000-0000-0000-0000-000000000000}"/>
          </ac:spMkLst>
        </pc:spChg>
        <pc:spChg chg="mod">
          <ac:chgData name="Silas Tschopp" userId="b6758a523d80672a" providerId="LiveId" clId="{F1F96CFC-DD6A-49A4-8DA2-7E18085858AD}" dt="2026-09-01T09:04:39.332" v="1648" actId="403"/>
          <ac:spMkLst>
            <pc:docMk/>
            <pc:sldMk cId="0" sldId="266"/>
            <ac:spMk id="4" creationId="{00000000-0000-0000-0000-000000000000}"/>
          </ac:spMkLst>
        </pc:spChg>
        <pc:spChg chg="mod">
          <ac:chgData name="Silas Tschopp" userId="b6758a523d80672a" providerId="LiveId" clId="{F1F96CFC-DD6A-49A4-8DA2-7E18085858AD}" dt="2026-09-01T11:28:28.900" v="1759" actId="1076"/>
          <ac:spMkLst>
            <pc:docMk/>
            <pc:sldMk cId="0" sldId="266"/>
            <ac:spMk id="5" creationId="{00000000-0000-0000-0000-000000000000}"/>
          </ac:spMkLst>
        </pc:spChg>
        <pc:spChg chg="mod">
          <ac:chgData name="Silas Tschopp" userId="b6758a523d80672a" providerId="LiveId" clId="{F1F96CFC-DD6A-49A4-8DA2-7E18085858AD}" dt="2026-09-01T08:46:30.644" v="1200" actId="790"/>
          <ac:spMkLst>
            <pc:docMk/>
            <pc:sldMk cId="0" sldId="266"/>
            <ac:spMk id="6" creationId="{00000000-0000-0000-0000-000000000000}"/>
          </ac:spMkLst>
        </pc:spChg>
        <pc:spChg chg="mod">
          <ac:chgData name="Silas Tschopp" userId="b6758a523d80672a" providerId="LiveId" clId="{F1F96CFC-DD6A-49A4-8DA2-7E18085858AD}" dt="2026-09-01T09:05:09.134" v="1654" actId="403"/>
          <ac:spMkLst>
            <pc:docMk/>
            <pc:sldMk cId="0" sldId="266"/>
            <ac:spMk id="7" creationId="{00000000-0000-0000-0000-000000000000}"/>
          </ac:spMkLst>
        </pc:spChg>
        <pc:spChg chg="mod">
          <ac:chgData name="Silas Tschopp" userId="b6758a523d80672a" providerId="LiveId" clId="{F1F96CFC-DD6A-49A4-8DA2-7E18085858AD}" dt="2026-09-01T09:06:19.881" v="1669" actId="403"/>
          <ac:spMkLst>
            <pc:docMk/>
            <pc:sldMk cId="0" sldId="266"/>
            <ac:spMk id="8" creationId="{00000000-0000-0000-0000-000000000000}"/>
          </ac:spMkLst>
        </pc:spChg>
        <pc:spChg chg="mod">
          <ac:chgData name="Silas Tschopp" userId="b6758a523d80672a" providerId="LiveId" clId="{F1F96CFC-DD6A-49A4-8DA2-7E18085858AD}" dt="2026-09-01T09:06:37.183" v="1678" actId="14100"/>
          <ac:spMkLst>
            <pc:docMk/>
            <pc:sldMk cId="0" sldId="266"/>
            <ac:spMk id="9" creationId="{00000000-0000-0000-0000-000000000000}"/>
          </ac:spMkLst>
        </pc:spChg>
        <pc:spChg chg="mod">
          <ac:chgData name="Silas Tschopp" userId="b6758a523d80672a" providerId="LiveId" clId="{F1F96CFC-DD6A-49A4-8DA2-7E18085858AD}" dt="2026-09-01T09:06:39.954" v="1679" actId="1076"/>
          <ac:spMkLst>
            <pc:docMk/>
            <pc:sldMk cId="0" sldId="266"/>
            <ac:spMk id="10" creationId="{00000000-0000-0000-0000-000000000000}"/>
          </ac:spMkLst>
        </pc:spChg>
        <pc:spChg chg="mod">
          <ac:chgData name="Silas Tschopp" userId="b6758a523d80672a" providerId="LiveId" clId="{F1F96CFC-DD6A-49A4-8DA2-7E18085858AD}" dt="2026-09-01T09:08:26.889" v="1699" actId="20577"/>
          <ac:spMkLst>
            <pc:docMk/>
            <pc:sldMk cId="0" sldId="266"/>
            <ac:spMk id="11" creationId="{00000000-0000-0000-0000-000000000000}"/>
          </ac:spMkLst>
        </pc:spChg>
        <pc:spChg chg="mod">
          <ac:chgData name="Silas Tschopp" userId="b6758a523d80672a" providerId="LiveId" clId="{F1F96CFC-DD6A-49A4-8DA2-7E18085858AD}" dt="2026-09-01T08:46:30.644" v="1200" actId="790"/>
          <ac:spMkLst>
            <pc:docMk/>
            <pc:sldMk cId="0" sldId="266"/>
            <ac:spMk id="12" creationId="{00000000-0000-0000-0000-000000000000}"/>
          </ac:spMkLst>
        </pc:spChg>
        <pc:spChg chg="mod">
          <ac:chgData name="Silas Tschopp" userId="b6758a523d80672a" providerId="LiveId" clId="{F1F96CFC-DD6A-49A4-8DA2-7E18085858AD}" dt="2026-09-01T08:46:30.644" v="1200" actId="790"/>
          <ac:spMkLst>
            <pc:docMk/>
            <pc:sldMk cId="0" sldId="266"/>
            <ac:spMk id="13" creationId="{00000000-0000-0000-0000-000000000000}"/>
          </ac:spMkLst>
        </pc:spChg>
      </pc:sldChg>
      <pc:sldChg chg="delSp modSp mod">
        <pc:chgData name="Silas Tschopp" userId="b6758a523d80672a" providerId="LiveId" clId="{F1F96CFC-DD6A-49A4-8DA2-7E18085858AD}" dt="2026-09-01T09:04:23.273" v="1642" actId="20577"/>
        <pc:sldMkLst>
          <pc:docMk/>
          <pc:sldMk cId="0" sldId="267"/>
        </pc:sldMkLst>
        <pc:spChg chg="mod">
          <ac:chgData name="Silas Tschopp" userId="b6758a523d80672a" providerId="LiveId" clId="{F1F96CFC-DD6A-49A4-8DA2-7E18085858AD}" dt="2026-09-01T08:46:30.644" v="1200" actId="790"/>
          <ac:spMkLst>
            <pc:docMk/>
            <pc:sldMk cId="0" sldId="267"/>
            <ac:spMk id="3" creationId="{00000000-0000-0000-0000-000000000000}"/>
          </ac:spMkLst>
        </pc:spChg>
        <pc:spChg chg="mod">
          <ac:chgData name="Silas Tschopp" userId="b6758a523d80672a" providerId="LiveId" clId="{F1F96CFC-DD6A-49A4-8DA2-7E18085858AD}" dt="2026-09-01T08:46:30.644" v="1200" actId="790"/>
          <ac:spMkLst>
            <pc:docMk/>
            <pc:sldMk cId="0" sldId="267"/>
            <ac:spMk id="4" creationId="{00000000-0000-0000-0000-000000000000}"/>
          </ac:spMkLst>
        </pc:spChg>
        <pc:spChg chg="mod">
          <ac:chgData name="Silas Tschopp" userId="b6758a523d80672a" providerId="LiveId" clId="{F1F96CFC-DD6A-49A4-8DA2-7E18085858AD}" dt="2026-09-01T08:46:30.644" v="1200" actId="790"/>
          <ac:spMkLst>
            <pc:docMk/>
            <pc:sldMk cId="0" sldId="267"/>
            <ac:spMk id="5" creationId="{00000000-0000-0000-0000-000000000000}"/>
          </ac:spMkLst>
        </pc:spChg>
        <pc:spChg chg="mod">
          <ac:chgData name="Silas Tschopp" userId="b6758a523d80672a" providerId="LiveId" clId="{F1F96CFC-DD6A-49A4-8DA2-7E18085858AD}" dt="2026-09-01T08:46:30.644" v="1200" actId="790"/>
          <ac:spMkLst>
            <pc:docMk/>
            <pc:sldMk cId="0" sldId="267"/>
            <ac:spMk id="6" creationId="{00000000-0000-0000-0000-000000000000}"/>
          </ac:spMkLst>
        </pc:spChg>
        <pc:spChg chg="mod">
          <ac:chgData name="Silas Tschopp" userId="b6758a523d80672a" providerId="LiveId" clId="{F1F96CFC-DD6A-49A4-8DA2-7E18085858AD}" dt="2026-09-01T08:46:30.644" v="1200" actId="790"/>
          <ac:spMkLst>
            <pc:docMk/>
            <pc:sldMk cId="0" sldId="267"/>
            <ac:spMk id="7" creationId="{00000000-0000-0000-0000-000000000000}"/>
          </ac:spMkLst>
        </pc:spChg>
        <pc:spChg chg="mod">
          <ac:chgData name="Silas Tschopp" userId="b6758a523d80672a" providerId="LiveId" clId="{F1F96CFC-DD6A-49A4-8DA2-7E18085858AD}" dt="2026-09-01T08:46:30.644" v="1200" actId="790"/>
          <ac:spMkLst>
            <pc:docMk/>
            <pc:sldMk cId="0" sldId="267"/>
            <ac:spMk id="8" creationId="{00000000-0000-0000-0000-000000000000}"/>
          </ac:spMkLst>
        </pc:spChg>
        <pc:spChg chg="mod">
          <ac:chgData name="Silas Tschopp" userId="b6758a523d80672a" providerId="LiveId" clId="{F1F96CFC-DD6A-49A4-8DA2-7E18085858AD}" dt="2026-09-01T08:46:30.644" v="1200" actId="790"/>
          <ac:spMkLst>
            <pc:docMk/>
            <pc:sldMk cId="0" sldId="267"/>
            <ac:spMk id="9" creationId="{00000000-0000-0000-0000-000000000000}"/>
          </ac:spMkLst>
        </pc:spChg>
        <pc:spChg chg="mod">
          <ac:chgData name="Silas Tschopp" userId="b6758a523d80672a" providerId="LiveId" clId="{F1F96CFC-DD6A-49A4-8DA2-7E18085858AD}" dt="2026-09-01T09:04:23.273" v="1642" actId="20577"/>
          <ac:spMkLst>
            <pc:docMk/>
            <pc:sldMk cId="0" sldId="267"/>
            <ac:spMk id="10" creationId="{00000000-0000-0000-0000-000000000000}"/>
          </ac:spMkLst>
        </pc:spChg>
        <pc:spChg chg="del mod">
          <ac:chgData name="Silas Tschopp" userId="b6758a523d80672a" providerId="LiveId" clId="{F1F96CFC-DD6A-49A4-8DA2-7E18085858AD}" dt="2026-09-01T09:04:11.167" v="1610" actId="478"/>
          <ac:spMkLst>
            <pc:docMk/>
            <pc:sldMk cId="0" sldId="267"/>
            <ac:spMk id="11" creationId="{00000000-0000-0000-0000-000000000000}"/>
          </ac:spMkLst>
        </pc:spChg>
        <pc:spChg chg="mod">
          <ac:chgData name="Silas Tschopp" userId="b6758a523d80672a" providerId="LiveId" clId="{F1F96CFC-DD6A-49A4-8DA2-7E18085858AD}" dt="2026-09-01T08:46:30.644" v="1200" actId="790"/>
          <ac:spMkLst>
            <pc:docMk/>
            <pc:sldMk cId="0" sldId="267"/>
            <ac:spMk id="12" creationId="{00000000-0000-0000-0000-000000000000}"/>
          </ac:spMkLst>
        </pc:spChg>
      </pc:sldChg>
      <pc:sldChg chg="modSp add del mod setBg">
        <pc:chgData name="Silas Tschopp" userId="b6758a523d80672a" providerId="LiveId" clId="{F1F96CFC-DD6A-49A4-8DA2-7E18085858AD}" dt="2026-09-01T08:48:02.571" v="1346" actId="47"/>
        <pc:sldMkLst>
          <pc:docMk/>
          <pc:sldMk cId="3943309644" sldId="268"/>
        </pc:sldMkLst>
        <pc:spChg chg="mod">
          <ac:chgData name="Silas Tschopp" userId="b6758a523d80672a" providerId="LiveId" clId="{F1F96CFC-DD6A-49A4-8DA2-7E18085858AD}" dt="2026-09-01T08:46:30.644" v="1200" actId="790"/>
          <ac:spMkLst>
            <pc:docMk/>
            <pc:sldMk cId="3943309644" sldId="268"/>
            <ac:spMk id="4" creationId="{91D432F3-FE4E-06FC-AC4B-4D0BA94ED9AB}"/>
          </ac:spMkLst>
        </pc:spChg>
        <pc:spChg chg="mod">
          <ac:chgData name="Silas Tschopp" userId="b6758a523d80672a" providerId="LiveId" clId="{F1F96CFC-DD6A-49A4-8DA2-7E18085858AD}" dt="2026-09-01T08:46:30.644" v="1200" actId="790"/>
          <ac:spMkLst>
            <pc:docMk/>
            <pc:sldMk cId="3943309644" sldId="268"/>
            <ac:spMk id="5" creationId="{A1E864CC-E9E9-D9E1-9A1F-76ED9EB833CD}"/>
          </ac:spMkLst>
        </pc:spChg>
        <pc:spChg chg="mod">
          <ac:chgData name="Silas Tschopp" userId="b6758a523d80672a" providerId="LiveId" clId="{F1F96CFC-DD6A-49A4-8DA2-7E18085858AD}" dt="2026-09-01T08:46:30.644" v="1200" actId="790"/>
          <ac:spMkLst>
            <pc:docMk/>
            <pc:sldMk cId="3943309644" sldId="268"/>
            <ac:spMk id="6" creationId="{4E761FB6-CF0F-2BE9-1B56-D5DF691D1420}"/>
          </ac:spMkLst>
        </pc:spChg>
        <pc:spChg chg="mod">
          <ac:chgData name="Silas Tschopp" userId="b6758a523d80672a" providerId="LiveId" clId="{F1F96CFC-DD6A-49A4-8DA2-7E18085858AD}" dt="2026-09-01T08:46:30.644" v="1200" actId="790"/>
          <ac:spMkLst>
            <pc:docMk/>
            <pc:sldMk cId="3943309644" sldId="268"/>
            <ac:spMk id="7" creationId="{C28E77C8-C0F8-B00A-C565-7C33136B0302}"/>
          </ac:spMkLst>
        </pc:spChg>
        <pc:spChg chg="mod">
          <ac:chgData name="Silas Tschopp" userId="b6758a523d80672a" providerId="LiveId" clId="{F1F96CFC-DD6A-49A4-8DA2-7E18085858AD}" dt="2026-09-01T08:46:30.644" v="1200" actId="790"/>
          <ac:spMkLst>
            <pc:docMk/>
            <pc:sldMk cId="3943309644" sldId="268"/>
            <ac:spMk id="10" creationId="{26775FEE-CC3B-304F-B37A-3030BC7368D7}"/>
          </ac:spMkLst>
        </pc:spChg>
        <pc:spChg chg="mod">
          <ac:chgData name="Silas Tschopp" userId="b6758a523d80672a" providerId="LiveId" clId="{F1F96CFC-DD6A-49A4-8DA2-7E18085858AD}" dt="2026-09-01T08:46:30.644" v="1200" actId="790"/>
          <ac:spMkLst>
            <pc:docMk/>
            <pc:sldMk cId="3943309644" sldId="268"/>
            <ac:spMk id="11" creationId="{89A66615-5935-B9AB-02A4-7EBE82487D24}"/>
          </ac:spMkLst>
        </pc:spChg>
        <pc:spChg chg="mod">
          <ac:chgData name="Silas Tschopp" userId="b6758a523d80672a" providerId="LiveId" clId="{F1F96CFC-DD6A-49A4-8DA2-7E18085858AD}" dt="2026-09-01T08:46:30.644" v="1200" actId="790"/>
          <ac:spMkLst>
            <pc:docMk/>
            <pc:sldMk cId="3943309644" sldId="268"/>
            <ac:spMk id="13" creationId="{7D068EBF-881B-8B8F-3CDA-3B7A771B1072}"/>
          </ac:spMkLst>
        </pc:spChg>
        <pc:spChg chg="mod">
          <ac:chgData name="Silas Tschopp" userId="b6758a523d80672a" providerId="LiveId" clId="{F1F96CFC-DD6A-49A4-8DA2-7E18085858AD}" dt="2026-09-01T08:46:30.644" v="1200" actId="790"/>
          <ac:spMkLst>
            <pc:docMk/>
            <pc:sldMk cId="3943309644" sldId="268"/>
            <ac:spMk id="14" creationId="{A7DC3DF3-40A2-9486-8F76-50527A55FB76}"/>
          </ac:spMkLst>
        </pc:spChg>
        <pc:spChg chg="mod">
          <ac:chgData name="Silas Tschopp" userId="b6758a523d80672a" providerId="LiveId" clId="{F1F96CFC-DD6A-49A4-8DA2-7E18085858AD}" dt="2026-09-01T08:46:30.644" v="1200" actId="790"/>
          <ac:spMkLst>
            <pc:docMk/>
            <pc:sldMk cId="3943309644" sldId="268"/>
            <ac:spMk id="16" creationId="{1814A2CE-883F-B244-B119-246CF49E9723}"/>
          </ac:spMkLst>
        </pc:spChg>
        <pc:spChg chg="mod">
          <ac:chgData name="Silas Tschopp" userId="b6758a523d80672a" providerId="LiveId" clId="{F1F96CFC-DD6A-49A4-8DA2-7E18085858AD}" dt="2026-09-01T08:46:30.644" v="1200" actId="790"/>
          <ac:spMkLst>
            <pc:docMk/>
            <pc:sldMk cId="3943309644" sldId="268"/>
            <ac:spMk id="17" creationId="{01C7D216-696B-7820-9912-AA212A65AB9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Laufzeitanteil</c:v>
                </c:pt>
              </c:strCache>
            </c:strRef>
          </c:tx>
          <c:spPr>
            <a:solidFill>
              <a:srgbClr val="1C7293"/>
            </a:solidFill>
            <a:effectLst/>
          </c:spPr>
          <c:invertIfNegative val="0"/>
          <c:dPt>
            <c:idx val="0"/>
            <c:invertIfNegative val="0"/>
            <c:bubble3D val="0"/>
            <c:spPr>
              <a:solidFill>
                <a:schemeClr val="accent1">
                  <a:lumMod val="50000"/>
                </a:schemeClr>
              </a:solidFill>
              <a:effectLst/>
            </c:spPr>
            <c:extLst>
              <c:ext xmlns:c16="http://schemas.microsoft.com/office/drawing/2014/chart" uri="{C3380CC4-5D6E-409C-BE32-E72D297353CC}">
                <c16:uniqueId val="{00000000-D597-408C-9BCE-E2264BAB6E9C}"/>
              </c:ext>
            </c:extLst>
          </c:dPt>
          <c:dLbls>
            <c:numFmt formatCode="0&quot;%&quot;" sourceLinked="0"/>
            <c:spPr>
              <a:noFill/>
              <a:ln>
                <a:noFill/>
              </a:ln>
              <a:effectLst/>
            </c:spPr>
            <c:txPr>
              <a:bodyPr/>
              <a:lstStyle/>
              <a:p>
                <a:pPr>
                  <a:defRPr sz="1200" b="0" i="0" u="none" strike="noStrike">
                    <a:solidFill>
                      <a:srgbClr val="13293D"/>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equilibrium()</c:v>
                </c:pt>
                <c:pt idx="1">
                  <c:v>run()</c:v>
                </c:pt>
                <c:pt idx="2">
                  <c:v>macroscopic()</c:v>
                </c:pt>
                <c:pt idx="3">
                  <c:v>(Datenverschieber) stream()</c:v>
                </c:pt>
              </c:strCache>
            </c:strRef>
          </c:cat>
          <c:val>
            <c:numRef>
              <c:f>Sheet1!$B$2:$B$5</c:f>
              <c:numCache>
                <c:formatCode>General</c:formatCode>
                <c:ptCount val="4"/>
                <c:pt idx="0">
                  <c:v>39</c:v>
                </c:pt>
                <c:pt idx="1">
                  <c:v>31</c:v>
                </c:pt>
                <c:pt idx="2">
                  <c:v>15</c:v>
                </c:pt>
                <c:pt idx="3">
                  <c:v>15</c:v>
                </c:pt>
              </c:numCache>
            </c:numRef>
          </c:val>
          <c:extLst>
            <c:ext xmlns:c16="http://schemas.microsoft.com/office/drawing/2014/chart" uri="{C3380CC4-5D6E-409C-BE32-E72D297353CC}">
              <c16:uniqueId val="{00000000-650B-41BC-9BEA-F80CAEAD623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93D"/>
                </a:solidFill>
                <a:latin typeface="Arial"/>
              </a:defRPr>
            </a:pPr>
            <a:endParaRPr lang="en-US"/>
          </a:p>
        </c:txPr>
        <c:crossAx val="2094734552"/>
        <c:crosses val="autoZero"/>
        <c:auto val="1"/>
        <c:lblAlgn val="ctr"/>
        <c:lblOffset val="100"/>
        <c:noMultiLvlLbl val="1"/>
      </c:catAx>
      <c:valAx>
        <c:axId val="2094734552"/>
        <c:scaling>
          <c:orientation val="minMax"/>
          <c:max val="45"/>
          <c:min val="0"/>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699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Begrüssung. Kurzer Aufhänger: Ich habe einen naiven NumPy Lattice-Boltzmann-Löser mit Numba beschleunigt, am Schluss 8.49x auf dem Laptop und 2.76x auf dem Cluster schneller, bei nachgewiesen exakt gleicher Physik. In den nächsten zehn Minuten zeige ich: wie ich vom Profiling zur Optimierung kam, was ich konkret optimiert habe, wie ich gemessen habe, und was die Resultate sagen.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Baseline-Code ist absichtlich naiv: reines NumPy, D2Q9, zwei Testfälle - Zylinderumströmung und Lid-Driven Cavity. Weil es eine Einzelarbeit ist, reicht laut Aufgabenstellung eine einzige Optimierungsstrategie - aber die muss ich sauber durchziehen: mit Korrektheitsnachweis, Roofline-Analyse und Scaling-Studie, nicht nur ein Speedup-Wert.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cProfile zeigt: equilibrium() allein macht 39% der Laufzeit aus, dazu Bounce-back und Kollision im run()-Körper nochmal 31% - zusammen fast 70%, nicht nur das erwartete stream(). Meine Hypothese: Das ist grösstenteils Python-Loop- und Temporär-Array-Overhead von NumPy, nicht reine Bandbreite - genau das kann Numba angehen, weil es diese Temporärarrays vermeidet.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Strategie ist Numba mit njit und parallel=True über prange, angewendet auf alle vier Kernfunktionen des Lösers. Mein Vorgehen war bewusst iterativ: pro Schritt eine Funktion umbauen, sofort mit validate.py gegen die unveränderte Baseline verifizieren, auf beiden Maschinen benchmarken - Laptop und FHNW-Cluster - und bei einem überraschenden Resultat zuerst einen Messfehler ausschliessen, bevor ich nach einer inhaltlichen Erklärung suche. Das hat sich, wie gleich zu sehen ist, ausgezahlt.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 sind das die fünf Schritte: Zuerst nur der njit-Decorator auf equilibrium, dann der Umbau zu einem echten Scalar-Loop mit prange, dann macroscopic, dann stream - wo ich die teuren np.roll-Aufrufe durch direkte Indexberechnung ersetzt habe - und zum Schluss die Fusion von Kollision und Bounce-back in eine Funktion, die auch das teure Fancy-Indexing eliminiert. Dieser letzte Schritt bringt den mit Abstand grössten Sprung: 8.49x auf dem Laptop, 2.76x auf dem Cluster.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Dinge waren wichtig für die eigentliche Optimierungsarbeit. Erstens: in Schritt 1 hat njit allein auf dem Laptop geholfen, den Cluster aber reproduzierbar verlangsamt - weil der Code noch mit ganzen NumPy-Array-Ausdrücken rechnet, was gegen die eigene Vektorisierung von NumPy antritt. Erst der echte Scalar-Loop in Schritt 2 bringt den Numba-Vorteil. Zweitens, eine Mess-Lektion: in Schritt 3 fehlte ein Warm-up-Aufruf, wodurch ich versehentlich die JIT-Kompilierzeit mitgemessen habe - das sah wie eine Verlangsamung aus, war aber ein Mess-Artefakt. Seither: erst Messmethode prüfen, dann Erklärung suchen.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Gesamtbild: Auf dem Laptop steigt der Speedup am Ende sprunghaft auf 8.49x, auf dem Cluster kontinuierlicher auf 2.76x - beide Kurven verlaufen bis Schritt 2 unterschiedlich, wachsen danach aber beide, mit dem grössten Sprung jeweils in Schritt 5. In MLUPS gemessen: von 7.7 auf 65 auf dem Laptop, von 14 auf 40 auf dem Cluster. Das gleiche Muster bestätigt sich beim zweiten Testfall, der Cavity, mit 7.46x respektive 2.52x.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getrennte Fragen. Erstens: hat die Optimierung an den Zahlen etwas verändert? Nein - validate.py bestätigt PASS auf beiden Maschinen, beiden Testfällen und beiden Grössen, vier der fünf Schritte sind sogar bit-identisch. Zweitens, unabhängig davon: stimmt die Simulation überhaupt physikalisch? Dafür vergleiche ich mit der Literatur-Referenz von Ghia et al. aus 1982 für die Lid-Driven Cavity - die durchgezogene Linie ist meine Simulation, die Punkte die Referenzwerte. Die Abweichung liegt bei ein bis zwei Prozent, vollständig im erwarteten Rahmen für ein anderes Gitter und eine andere Methode.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Einordnung der Performance brauche ich die arithmetische Intensität: wie viele Rechenoperationen pro Byte Speicherverkehr. Bei mir liegt sie bei nur 0.32 FLOP pro Byte, von Hand aus dem Code hergeleitet - sehr tief, der Löser wartet also die meiste Zeit auf den Speicher, nicht aufs Rechnen. Mit eigenen Mikrobenchmarks für Speicher- und Rechen-Dach zeigt sich: der Cluster erreicht 67 Prozent seines gemessenen Speicher-Dachs - genau das erwartete Bild für einen bandbreiten-limitierten Stencil. Der Laptop dagegen schöpft bei grösseren Problemen nur 11 Prozent seines Dachs aus. Eine vollständige Fusion aller vier Kernel in einen Durchgang hätte den Speicherverkehr um Faktor 3.8 senken können - das habe ich bewusst nicht mehr gemacht, um genug Zeit für Roofline, Scaling und Validierung zu haben.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Scaling-Studie bestätigt das Roofline-Bild aus einer anderen Richtung. Beim Strong Scaling auf dem Cluster liegt das Optimum bei 8 Threads, danach wird es wieder langsamer statt schneller. Beim Weak Scaling, wo jeder Thread etwa gleich viel Arbeit behält, fällt die Effizienz schon ab 8 Threads unter 20 Prozent. Beide Kurven sagen dasselbe: der Kernel ist bandbreiten-limitiert, nicht kernanzahl-limitiert - mehr Threads konkurrieren nur noch um dieselbe Speicherbandbreite.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gut lief: das iterative Vorgehen hat zwei echte Messfehler früh aufgedeckt, und die konsequente Messung auf zwei Maschinen zeigte ein Muster, das eine einzelne Maschine verschleiert hätte. Bewusst nicht gemacht habe ich die vollständige Kernel-Fusion - der nächste naheliegende Schritt für nochmal weniger Speicherverkehr - weil mir wichtiger war, Roofline, Scaling und Validierung sauber abzuschliessen. Die Kernaussage: der Löser ist speicherbandbreiten-limitiert, nicht rechenlimitiert, und genau da setzt Numba mit dem Scalar-Loop an - mit einem Zwanzigstel des Speicherverkehrs für equilibrium() im Vergleich zur Baseline.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für die Aufmerksamkeit. Ich beantworte gerne Fragen - zum Beispiel zur Roofline-Interpretation, zur geteilten Cluster-Auslastung, oder dazu, warum ich die volle Kernel-Fusion bewusst nicht mehr umgesetzt habe.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47"/>
        </a:solidFill>
        <a:effectLst/>
      </p:bgPr>
    </p:bg>
    <p:spTree>
      <p:nvGrpSpPr>
        <p:cNvPr id="1" name=""/>
        <p:cNvGrpSpPr/>
        <p:nvPr/>
      </p:nvGrpSpPr>
      <p:grpSpPr>
        <a:xfrm>
          <a:off x="0" y="0"/>
          <a:ext cx="0" cy="0"/>
          <a:chOff x="0" y="0"/>
          <a:chExt cx="0" cy="0"/>
        </a:xfrm>
      </p:grpSpPr>
      <p:sp>
        <p:nvSpPr>
          <p:cNvPr id="2" name="Shape 0"/>
          <p:cNvSpPr/>
          <p:nvPr/>
        </p:nvSpPr>
        <p:spPr>
          <a:xfrm>
            <a:off x="8503920" y="667512"/>
            <a:ext cx="310896" cy="310896"/>
          </a:xfrm>
          <a:prstGeom prst="ellipse">
            <a:avLst/>
          </a:prstGeom>
          <a:solidFill>
            <a:srgbClr val="1C7293">
              <a:alpha val="85000"/>
            </a:srgbClr>
          </a:solidFill>
          <a:ln/>
        </p:spPr>
        <p:txBody>
          <a:bodyPr/>
          <a:lstStyle/>
          <a:p>
            <a:endParaRPr lang="de-CH" noProof="0" dirty="0"/>
          </a:p>
        </p:txBody>
      </p:sp>
      <p:sp>
        <p:nvSpPr>
          <p:cNvPr id="3" name="Shape 1"/>
          <p:cNvSpPr/>
          <p:nvPr/>
        </p:nvSpPr>
        <p:spPr>
          <a:xfrm>
            <a:off x="8787384" y="1161288"/>
            <a:ext cx="310896" cy="310896"/>
          </a:xfrm>
          <a:prstGeom prst="ellipse">
            <a:avLst/>
          </a:prstGeom>
          <a:solidFill>
            <a:srgbClr val="F2994A">
              <a:alpha val="85000"/>
            </a:srgbClr>
          </a:solidFill>
          <a:ln/>
        </p:spPr>
        <p:txBody>
          <a:bodyPr/>
          <a:lstStyle/>
          <a:p>
            <a:endParaRPr lang="de-CH" noProof="0" dirty="0"/>
          </a:p>
        </p:txBody>
      </p:sp>
      <p:sp>
        <p:nvSpPr>
          <p:cNvPr id="4" name="Shape 2"/>
          <p:cNvSpPr/>
          <p:nvPr/>
        </p:nvSpPr>
        <p:spPr>
          <a:xfrm>
            <a:off x="9070848" y="795528"/>
            <a:ext cx="274320" cy="274320"/>
          </a:xfrm>
          <a:prstGeom prst="ellipse">
            <a:avLst/>
          </a:prstGeom>
          <a:solidFill>
            <a:srgbClr val="1C7293">
              <a:alpha val="77000"/>
            </a:srgbClr>
          </a:solidFill>
          <a:ln/>
        </p:spPr>
        <p:txBody>
          <a:bodyPr/>
          <a:lstStyle/>
          <a:p>
            <a:endParaRPr lang="de-CH" noProof="0" dirty="0"/>
          </a:p>
        </p:txBody>
      </p:sp>
      <p:sp>
        <p:nvSpPr>
          <p:cNvPr id="5" name="Shape 3"/>
          <p:cNvSpPr/>
          <p:nvPr/>
        </p:nvSpPr>
        <p:spPr>
          <a:xfrm>
            <a:off x="9354312" y="1069848"/>
            <a:ext cx="274320" cy="274320"/>
          </a:xfrm>
          <a:prstGeom prst="ellipse">
            <a:avLst/>
          </a:prstGeom>
          <a:solidFill>
            <a:srgbClr val="F2994A">
              <a:alpha val="77000"/>
            </a:srgbClr>
          </a:solidFill>
          <a:ln/>
        </p:spPr>
        <p:txBody>
          <a:bodyPr/>
          <a:lstStyle/>
          <a:p>
            <a:endParaRPr lang="de-CH" noProof="0" dirty="0"/>
          </a:p>
        </p:txBody>
      </p:sp>
      <p:sp>
        <p:nvSpPr>
          <p:cNvPr id="6" name="Shape 4"/>
          <p:cNvSpPr/>
          <p:nvPr/>
        </p:nvSpPr>
        <p:spPr>
          <a:xfrm>
            <a:off x="9637776" y="708660"/>
            <a:ext cx="228600" cy="228600"/>
          </a:xfrm>
          <a:prstGeom prst="ellipse">
            <a:avLst/>
          </a:prstGeom>
          <a:solidFill>
            <a:srgbClr val="1C7293">
              <a:alpha val="69000"/>
            </a:srgbClr>
          </a:solidFill>
          <a:ln/>
        </p:spPr>
        <p:txBody>
          <a:bodyPr/>
          <a:lstStyle/>
          <a:p>
            <a:endParaRPr lang="de-CH" noProof="0" dirty="0"/>
          </a:p>
        </p:txBody>
      </p:sp>
      <p:sp>
        <p:nvSpPr>
          <p:cNvPr id="7" name="Shape 5"/>
          <p:cNvSpPr/>
          <p:nvPr/>
        </p:nvSpPr>
        <p:spPr>
          <a:xfrm>
            <a:off x="9921240" y="1202436"/>
            <a:ext cx="228600" cy="228600"/>
          </a:xfrm>
          <a:prstGeom prst="ellipse">
            <a:avLst/>
          </a:prstGeom>
          <a:solidFill>
            <a:srgbClr val="F2994A">
              <a:alpha val="69000"/>
            </a:srgbClr>
          </a:solidFill>
          <a:ln/>
        </p:spPr>
        <p:txBody>
          <a:bodyPr/>
          <a:lstStyle/>
          <a:p>
            <a:endParaRPr lang="de-CH" noProof="0" dirty="0"/>
          </a:p>
        </p:txBody>
      </p:sp>
      <p:sp>
        <p:nvSpPr>
          <p:cNvPr id="8" name="Shape 6"/>
          <p:cNvSpPr/>
          <p:nvPr/>
        </p:nvSpPr>
        <p:spPr>
          <a:xfrm>
            <a:off x="10204704" y="841248"/>
            <a:ext cx="182880" cy="182880"/>
          </a:xfrm>
          <a:prstGeom prst="ellipse">
            <a:avLst/>
          </a:prstGeom>
          <a:solidFill>
            <a:srgbClr val="1C7293">
              <a:alpha val="61000"/>
            </a:srgbClr>
          </a:solidFill>
          <a:ln/>
        </p:spPr>
        <p:txBody>
          <a:bodyPr/>
          <a:lstStyle/>
          <a:p>
            <a:endParaRPr lang="de-CH" noProof="0" dirty="0"/>
          </a:p>
        </p:txBody>
      </p:sp>
      <p:sp>
        <p:nvSpPr>
          <p:cNvPr id="9" name="Shape 7"/>
          <p:cNvSpPr/>
          <p:nvPr/>
        </p:nvSpPr>
        <p:spPr>
          <a:xfrm>
            <a:off x="10488168" y="1115568"/>
            <a:ext cx="182880" cy="182880"/>
          </a:xfrm>
          <a:prstGeom prst="ellipse">
            <a:avLst/>
          </a:prstGeom>
          <a:solidFill>
            <a:srgbClr val="F2994A">
              <a:alpha val="61000"/>
            </a:srgbClr>
          </a:solidFill>
          <a:ln/>
        </p:spPr>
        <p:txBody>
          <a:bodyPr/>
          <a:lstStyle/>
          <a:p>
            <a:endParaRPr lang="de-CH" noProof="0" dirty="0"/>
          </a:p>
        </p:txBody>
      </p:sp>
      <p:sp>
        <p:nvSpPr>
          <p:cNvPr id="10" name="Shape 8"/>
          <p:cNvSpPr/>
          <p:nvPr/>
        </p:nvSpPr>
        <p:spPr>
          <a:xfrm>
            <a:off x="10771632" y="754380"/>
            <a:ext cx="137160" cy="137160"/>
          </a:xfrm>
          <a:prstGeom prst="ellipse">
            <a:avLst/>
          </a:prstGeom>
          <a:solidFill>
            <a:srgbClr val="1C7293">
              <a:alpha val="53000"/>
            </a:srgbClr>
          </a:solidFill>
          <a:ln/>
        </p:spPr>
        <p:txBody>
          <a:bodyPr/>
          <a:lstStyle/>
          <a:p>
            <a:endParaRPr lang="de-CH" noProof="0" dirty="0"/>
          </a:p>
        </p:txBody>
      </p:sp>
      <p:sp>
        <p:nvSpPr>
          <p:cNvPr id="11" name="Shape 9"/>
          <p:cNvSpPr/>
          <p:nvPr/>
        </p:nvSpPr>
        <p:spPr>
          <a:xfrm>
            <a:off x="11055096" y="1248156"/>
            <a:ext cx="137160" cy="137160"/>
          </a:xfrm>
          <a:prstGeom prst="ellipse">
            <a:avLst/>
          </a:prstGeom>
          <a:solidFill>
            <a:srgbClr val="F2994A">
              <a:alpha val="53000"/>
            </a:srgbClr>
          </a:solidFill>
          <a:ln/>
        </p:spPr>
        <p:txBody>
          <a:bodyPr/>
          <a:lstStyle/>
          <a:p>
            <a:endParaRPr lang="de-CH" noProof="0" dirty="0"/>
          </a:p>
        </p:txBody>
      </p:sp>
      <p:sp>
        <p:nvSpPr>
          <p:cNvPr id="12" name="Shape 10"/>
          <p:cNvSpPr/>
          <p:nvPr/>
        </p:nvSpPr>
        <p:spPr>
          <a:xfrm>
            <a:off x="11338560" y="882396"/>
            <a:ext cx="100584" cy="100584"/>
          </a:xfrm>
          <a:prstGeom prst="ellipse">
            <a:avLst/>
          </a:prstGeom>
          <a:solidFill>
            <a:srgbClr val="1C7293">
              <a:alpha val="45000"/>
            </a:srgbClr>
          </a:solidFill>
          <a:ln/>
        </p:spPr>
        <p:txBody>
          <a:bodyPr/>
          <a:lstStyle/>
          <a:p>
            <a:endParaRPr lang="de-CH" noProof="0" dirty="0"/>
          </a:p>
        </p:txBody>
      </p:sp>
      <p:sp>
        <p:nvSpPr>
          <p:cNvPr id="13" name="Shape 11"/>
          <p:cNvSpPr/>
          <p:nvPr/>
        </p:nvSpPr>
        <p:spPr>
          <a:xfrm>
            <a:off x="11622024" y="1156716"/>
            <a:ext cx="100584" cy="100584"/>
          </a:xfrm>
          <a:prstGeom prst="ellipse">
            <a:avLst/>
          </a:prstGeom>
          <a:solidFill>
            <a:srgbClr val="F2994A">
              <a:alpha val="45000"/>
            </a:srgbClr>
          </a:solidFill>
          <a:ln/>
        </p:spPr>
        <p:txBody>
          <a:bodyPr/>
          <a:lstStyle/>
          <a:p>
            <a:endParaRPr lang="de-CH" noProof="0" dirty="0"/>
          </a:p>
        </p:txBody>
      </p:sp>
      <p:sp>
        <p:nvSpPr>
          <p:cNvPr id="14" name="Text 12"/>
          <p:cNvSpPr txBox="1"/>
          <p:nvPr/>
        </p:nvSpPr>
        <p:spPr>
          <a:xfrm>
            <a:off x="640080" y="2880360"/>
            <a:ext cx="9144000" cy="365760"/>
          </a:xfrm>
          <a:prstGeom prst="rect">
            <a:avLst/>
          </a:prstGeom>
          <a:noFill/>
          <a:ln/>
        </p:spPr>
        <p:txBody>
          <a:bodyPr wrap="square" lIns="0" tIns="0" rIns="0" bIns="0" rtlCol="0" anchor="ctr"/>
          <a:lstStyle/>
          <a:p>
            <a:pPr marL="0" indent="0">
              <a:buNone/>
            </a:pPr>
            <a:r>
              <a:rPr lang="de-CH" sz="1400" b="1" kern="0" spc="200" noProof="0" dirty="0">
                <a:solidFill>
                  <a:srgbClr val="F2994A"/>
                </a:solidFill>
                <a:latin typeface="Calibri" pitchFamily="34" charset="0"/>
                <a:ea typeface="Calibri" pitchFamily="34" charset="-122"/>
                <a:cs typeface="Calibri" pitchFamily="34" charset="-120"/>
              </a:rPr>
              <a:t>HPC-PROJEKT 04,  EINZELARBEIT,  FHNW</a:t>
            </a:r>
            <a:endParaRPr lang="de-CH" sz="1400" noProof="0" dirty="0"/>
          </a:p>
        </p:txBody>
      </p:sp>
      <p:sp>
        <p:nvSpPr>
          <p:cNvPr id="15" name="Text 13"/>
          <p:cNvSpPr txBox="1"/>
          <p:nvPr/>
        </p:nvSpPr>
        <p:spPr>
          <a:xfrm>
            <a:off x="640080" y="3246120"/>
            <a:ext cx="10515600" cy="1828800"/>
          </a:xfrm>
          <a:prstGeom prst="rect">
            <a:avLst/>
          </a:prstGeom>
          <a:noFill/>
          <a:ln/>
        </p:spPr>
        <p:txBody>
          <a:bodyPr wrap="square" lIns="0" tIns="0" rIns="0" bIns="0" rtlCol="0" anchor="ctr"/>
          <a:lstStyle/>
          <a:p>
            <a:pPr marL="0" indent="0">
              <a:lnSpc>
                <a:spcPct val="108000"/>
              </a:lnSpc>
              <a:buNone/>
            </a:pPr>
            <a:r>
              <a:rPr lang="de-CH" sz="4000" b="1" noProof="0" dirty="0">
                <a:solidFill>
                  <a:srgbClr val="FFFFFF"/>
                </a:solidFill>
                <a:latin typeface="Cambria" pitchFamily="34" charset="0"/>
                <a:ea typeface="Cambria" pitchFamily="34" charset="-122"/>
                <a:cs typeface="Cambria" pitchFamily="34" charset="-120"/>
              </a:rPr>
              <a:t>Beschleunigung eines</a:t>
            </a:r>
            <a:endParaRPr lang="de-CH" sz="4000" noProof="0" dirty="0"/>
          </a:p>
          <a:p>
            <a:pPr marL="0" indent="0">
              <a:lnSpc>
                <a:spcPct val="108000"/>
              </a:lnSpc>
              <a:buNone/>
            </a:pPr>
            <a:r>
              <a:rPr lang="de-CH" sz="4000" b="1" noProof="0" dirty="0">
                <a:solidFill>
                  <a:srgbClr val="FFFFFF"/>
                </a:solidFill>
                <a:latin typeface="Cambria" pitchFamily="34" charset="0"/>
                <a:ea typeface="Cambria" pitchFamily="34" charset="-122"/>
                <a:cs typeface="Cambria" pitchFamily="34" charset="-120"/>
              </a:rPr>
              <a:t>Lattice-Boltzmann-Fluidlösers mit </a:t>
            </a:r>
            <a:r>
              <a:rPr lang="de-CH" sz="4000" b="1" noProof="0" dirty="0" err="1">
                <a:solidFill>
                  <a:srgbClr val="FFFFFF"/>
                </a:solidFill>
                <a:latin typeface="Cambria" pitchFamily="34" charset="0"/>
                <a:ea typeface="Cambria" pitchFamily="34" charset="-122"/>
                <a:cs typeface="Cambria" pitchFamily="34" charset="-120"/>
              </a:rPr>
              <a:t>Numba</a:t>
            </a:r>
            <a:endParaRPr lang="de-CH" sz="4000" noProof="0" dirty="0"/>
          </a:p>
        </p:txBody>
      </p:sp>
      <p:sp>
        <p:nvSpPr>
          <p:cNvPr id="17" name="Text 15"/>
          <p:cNvSpPr txBox="1"/>
          <p:nvPr/>
        </p:nvSpPr>
        <p:spPr>
          <a:xfrm>
            <a:off x="640080" y="6126480"/>
            <a:ext cx="7315200" cy="365760"/>
          </a:xfrm>
          <a:prstGeom prst="rect">
            <a:avLst/>
          </a:prstGeom>
          <a:noFill/>
          <a:ln/>
        </p:spPr>
        <p:txBody>
          <a:bodyPr wrap="square" lIns="0" tIns="0" rIns="0" bIns="0" rtlCol="0" anchor="ctr"/>
          <a:lstStyle/>
          <a:p>
            <a:pPr marL="0" indent="0">
              <a:buNone/>
            </a:pPr>
            <a:r>
              <a:rPr lang="de-CH" sz="1300" noProof="0" dirty="0">
                <a:solidFill>
                  <a:srgbClr val="9FB7C8"/>
                </a:solidFill>
                <a:latin typeface="Calibri" pitchFamily="34" charset="0"/>
                <a:ea typeface="Calibri" pitchFamily="34" charset="-122"/>
                <a:cs typeface="Calibri" pitchFamily="34" charset="-120"/>
              </a:rPr>
              <a:t>Silas Tschopp  —  HPCP HS26</a:t>
            </a:r>
            <a:endParaRPr lang="de-CH"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Ausgangslage &amp; Ziel</a:t>
            </a:r>
            <a:endParaRPr lang="de-CH" sz="4000" noProof="0" dirty="0"/>
          </a:p>
        </p:txBody>
      </p:sp>
      <p:sp>
        <p:nvSpPr>
          <p:cNvPr id="3" name="Text 1"/>
          <p:cNvSpPr txBox="1"/>
          <p:nvPr/>
        </p:nvSpPr>
        <p:spPr>
          <a:xfrm>
            <a:off x="548640" y="1234440"/>
            <a:ext cx="6126480" cy="914400"/>
          </a:xfrm>
          <a:prstGeom prst="rect">
            <a:avLst/>
          </a:prstGeom>
          <a:noFill/>
          <a:ln/>
        </p:spPr>
        <p:txBody>
          <a:bodyPr wrap="square" lIns="0" tIns="0" rIns="0" bIns="0" rtlCol="0" anchor="ctr"/>
          <a:lstStyle/>
          <a:p>
            <a:pPr marL="0" indent="0">
              <a:lnSpc>
                <a:spcPct val="125000"/>
              </a:lnSpc>
              <a:buNone/>
            </a:pPr>
            <a:r>
              <a:rPr lang="de-CH" sz="2400" noProof="0" dirty="0">
                <a:solidFill>
                  <a:srgbClr val="13293D"/>
                </a:solidFill>
                <a:latin typeface="Calibri" pitchFamily="34" charset="0"/>
                <a:ea typeface="Calibri" pitchFamily="34" charset="-122"/>
                <a:cs typeface="Calibri" pitchFamily="34" charset="-120"/>
              </a:rPr>
              <a:t>Ausgangscode: Reiner </a:t>
            </a:r>
            <a:r>
              <a:rPr lang="de-CH" sz="2400" noProof="0" dirty="0" err="1">
                <a:solidFill>
                  <a:srgbClr val="13293D"/>
                </a:solidFill>
                <a:latin typeface="Calibri" pitchFamily="34" charset="0"/>
                <a:ea typeface="Calibri" pitchFamily="34" charset="-122"/>
                <a:cs typeface="Calibri" pitchFamily="34" charset="-120"/>
              </a:rPr>
              <a:t>NumPy</a:t>
            </a:r>
            <a:r>
              <a:rPr lang="de-CH" sz="2400" noProof="0" dirty="0">
                <a:solidFill>
                  <a:srgbClr val="13293D"/>
                </a:solidFill>
                <a:latin typeface="Calibri" pitchFamily="34" charset="0"/>
                <a:ea typeface="Calibri" pitchFamily="34" charset="-122"/>
                <a:cs typeface="Calibri" pitchFamily="34" charset="-120"/>
              </a:rPr>
              <a:t> Code</a:t>
            </a:r>
            <a:endParaRPr lang="de-CH" sz="2400" noProof="0" dirty="0"/>
          </a:p>
        </p:txBody>
      </p:sp>
      <p:sp>
        <p:nvSpPr>
          <p:cNvPr id="4" name="Shape 2"/>
          <p:cNvSpPr/>
          <p:nvPr/>
        </p:nvSpPr>
        <p:spPr>
          <a:xfrm>
            <a:off x="284019" y="2331720"/>
            <a:ext cx="3401290" cy="1920240"/>
          </a:xfrm>
          <a:prstGeom prst="roundRect">
            <a:avLst>
              <a:gd name="adj" fmla="val 4286"/>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5" name="Shape 3"/>
          <p:cNvSpPr/>
          <p:nvPr/>
        </p:nvSpPr>
        <p:spPr>
          <a:xfrm>
            <a:off x="1733204" y="2560320"/>
            <a:ext cx="502920" cy="502920"/>
          </a:xfrm>
          <a:prstGeom prst="ellipse">
            <a:avLst/>
          </a:prstGeom>
          <a:solidFill>
            <a:srgbClr val="1C7293"/>
          </a:solidFill>
          <a:ln/>
        </p:spPr>
        <p:txBody>
          <a:bodyPr/>
          <a:lstStyle/>
          <a:p>
            <a:endParaRPr lang="de-CH" noProof="0" dirty="0"/>
          </a:p>
        </p:txBody>
      </p:sp>
      <p:sp>
        <p:nvSpPr>
          <p:cNvPr id="6" name="Text 4"/>
          <p:cNvSpPr txBox="1"/>
          <p:nvPr/>
        </p:nvSpPr>
        <p:spPr>
          <a:xfrm>
            <a:off x="1733204" y="2560320"/>
            <a:ext cx="502920" cy="50292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1</a:t>
            </a:r>
            <a:endParaRPr lang="de-CH" sz="2000" noProof="0" dirty="0"/>
          </a:p>
        </p:txBody>
      </p:sp>
      <p:sp>
        <p:nvSpPr>
          <p:cNvPr id="7" name="Text 5"/>
          <p:cNvSpPr txBox="1"/>
          <p:nvPr/>
        </p:nvSpPr>
        <p:spPr>
          <a:xfrm>
            <a:off x="284019" y="3143548"/>
            <a:ext cx="3401289" cy="548640"/>
          </a:xfrm>
          <a:prstGeom prst="rect">
            <a:avLst/>
          </a:prstGeom>
          <a:noFill/>
          <a:ln/>
        </p:spPr>
        <p:txBody>
          <a:bodyPr wrap="square" lIns="0" tIns="0" rIns="0" bIns="0" rtlCol="0" anchor="ctr"/>
          <a:lstStyle/>
          <a:p>
            <a:pPr marL="0" indent="0" algn="ctr">
              <a:buNone/>
            </a:pPr>
            <a:r>
              <a:rPr lang="de-CH" sz="2400" b="1" noProof="0" dirty="0" err="1">
                <a:solidFill>
                  <a:srgbClr val="0B3D62"/>
                </a:solidFill>
                <a:latin typeface="Cambria" pitchFamily="34" charset="0"/>
                <a:ea typeface="Cambria" pitchFamily="34" charset="-122"/>
                <a:cs typeface="Cambria" pitchFamily="34" charset="-120"/>
              </a:rPr>
              <a:t>Zylinderumströmung</a:t>
            </a:r>
            <a:endParaRPr lang="de-CH" sz="2400" noProof="0" dirty="0"/>
          </a:p>
        </p:txBody>
      </p:sp>
      <p:sp>
        <p:nvSpPr>
          <p:cNvPr id="8" name="Text 6"/>
          <p:cNvSpPr txBox="1"/>
          <p:nvPr/>
        </p:nvSpPr>
        <p:spPr>
          <a:xfrm>
            <a:off x="777240" y="3484876"/>
            <a:ext cx="2514600" cy="914400"/>
          </a:xfrm>
          <a:prstGeom prst="rect">
            <a:avLst/>
          </a:prstGeom>
          <a:noFill/>
          <a:ln/>
        </p:spPr>
        <p:txBody>
          <a:bodyPr wrap="square" lIns="0" tIns="0" rIns="0" bIns="0" rtlCol="0" anchor="ctr"/>
          <a:lstStyle/>
          <a:p>
            <a:pPr marL="0" indent="0">
              <a:lnSpc>
                <a:spcPct val="120000"/>
              </a:lnSpc>
              <a:buNone/>
            </a:pPr>
            <a:r>
              <a:rPr lang="de-CH" sz="1200" noProof="0" dirty="0" err="1">
                <a:solidFill>
                  <a:srgbClr val="5B7083"/>
                </a:solidFill>
                <a:latin typeface="Calibri" pitchFamily="34" charset="0"/>
                <a:ea typeface="Calibri" pitchFamily="34" charset="-122"/>
                <a:cs typeface="Calibri" pitchFamily="34" charset="-120"/>
              </a:rPr>
              <a:t>Kármánsche</a:t>
            </a:r>
            <a:r>
              <a:rPr lang="de-CH" sz="1200" noProof="0" dirty="0">
                <a:solidFill>
                  <a:srgbClr val="5B7083"/>
                </a:solidFill>
                <a:latin typeface="Calibri" pitchFamily="34" charset="0"/>
                <a:ea typeface="Calibri" pitchFamily="34" charset="-122"/>
                <a:cs typeface="Calibri" pitchFamily="34" charset="-120"/>
              </a:rPr>
              <a:t> Wirbelstrasse, Re = 200</a:t>
            </a:r>
            <a:endParaRPr lang="de-CH" sz="1200" noProof="0" dirty="0"/>
          </a:p>
        </p:txBody>
      </p:sp>
      <p:sp>
        <p:nvSpPr>
          <p:cNvPr id="9" name="Shape 7"/>
          <p:cNvSpPr/>
          <p:nvPr/>
        </p:nvSpPr>
        <p:spPr>
          <a:xfrm>
            <a:off x="3977640" y="2331720"/>
            <a:ext cx="3291840" cy="1920240"/>
          </a:xfrm>
          <a:prstGeom prst="roundRect">
            <a:avLst>
              <a:gd name="adj" fmla="val 4286"/>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10" name="Shape 8"/>
          <p:cNvSpPr/>
          <p:nvPr/>
        </p:nvSpPr>
        <p:spPr>
          <a:xfrm>
            <a:off x="5372100" y="2560320"/>
            <a:ext cx="502920" cy="502920"/>
          </a:xfrm>
          <a:prstGeom prst="ellipse">
            <a:avLst/>
          </a:prstGeom>
          <a:solidFill>
            <a:srgbClr val="1C7293"/>
          </a:solidFill>
          <a:ln/>
        </p:spPr>
        <p:txBody>
          <a:bodyPr/>
          <a:lstStyle/>
          <a:p>
            <a:endParaRPr lang="de-CH" noProof="0" dirty="0"/>
          </a:p>
        </p:txBody>
      </p:sp>
      <p:sp>
        <p:nvSpPr>
          <p:cNvPr id="11" name="Text 9"/>
          <p:cNvSpPr txBox="1"/>
          <p:nvPr/>
        </p:nvSpPr>
        <p:spPr>
          <a:xfrm>
            <a:off x="5372100" y="2560320"/>
            <a:ext cx="502920" cy="50292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2</a:t>
            </a:r>
            <a:endParaRPr lang="de-CH" sz="2000" noProof="0" dirty="0"/>
          </a:p>
        </p:txBody>
      </p:sp>
      <p:sp>
        <p:nvSpPr>
          <p:cNvPr id="12" name="Text 10"/>
          <p:cNvSpPr txBox="1"/>
          <p:nvPr/>
        </p:nvSpPr>
        <p:spPr>
          <a:xfrm>
            <a:off x="3977641" y="3143548"/>
            <a:ext cx="3291840" cy="548640"/>
          </a:xfrm>
          <a:prstGeom prst="rect">
            <a:avLst/>
          </a:prstGeom>
          <a:noFill/>
          <a:ln/>
        </p:spPr>
        <p:txBody>
          <a:bodyPr wrap="square" lIns="0" tIns="0" rIns="0" bIns="0" rtlCol="0" anchor="ctr"/>
          <a:lstStyle/>
          <a:p>
            <a:pPr marL="0" indent="0" algn="ctr">
              <a:buNone/>
            </a:pPr>
            <a:r>
              <a:rPr lang="de-CH" sz="2400" b="1" noProof="0" dirty="0">
                <a:solidFill>
                  <a:srgbClr val="0B3D62"/>
                </a:solidFill>
                <a:latin typeface="Cambria" pitchFamily="34" charset="0"/>
                <a:ea typeface="Cambria" pitchFamily="34" charset="-122"/>
                <a:cs typeface="Cambria" pitchFamily="34" charset="-120"/>
              </a:rPr>
              <a:t>Lid-Driven </a:t>
            </a:r>
            <a:r>
              <a:rPr lang="de-CH" sz="2400" b="1" noProof="0" dirty="0" err="1">
                <a:solidFill>
                  <a:srgbClr val="0B3D62"/>
                </a:solidFill>
                <a:latin typeface="Cambria" pitchFamily="34" charset="0"/>
                <a:ea typeface="Cambria" pitchFamily="34" charset="-122"/>
                <a:cs typeface="Cambria" pitchFamily="34" charset="-120"/>
              </a:rPr>
              <a:t>Cavity</a:t>
            </a:r>
            <a:endParaRPr lang="de-CH" sz="2400" noProof="0" dirty="0"/>
          </a:p>
        </p:txBody>
      </p:sp>
      <p:sp>
        <p:nvSpPr>
          <p:cNvPr id="13" name="Text 11"/>
          <p:cNvSpPr txBox="1"/>
          <p:nvPr/>
        </p:nvSpPr>
        <p:spPr>
          <a:xfrm>
            <a:off x="4572000" y="3484876"/>
            <a:ext cx="2514600" cy="914400"/>
          </a:xfrm>
          <a:prstGeom prst="rect">
            <a:avLst/>
          </a:prstGeom>
          <a:noFill/>
          <a:ln/>
        </p:spPr>
        <p:txBody>
          <a:bodyPr wrap="square" lIns="0" tIns="0" rIns="0" bIns="0" rtlCol="0" anchor="ctr"/>
          <a:lstStyle/>
          <a:p>
            <a:pPr marL="0" indent="0">
              <a:lnSpc>
                <a:spcPct val="120000"/>
              </a:lnSpc>
              <a:buNone/>
            </a:pPr>
            <a:r>
              <a:rPr lang="de-CH" sz="1200" noProof="0" dirty="0">
                <a:solidFill>
                  <a:srgbClr val="5B7083"/>
                </a:solidFill>
                <a:latin typeface="Calibri" pitchFamily="34" charset="0"/>
                <a:ea typeface="Calibri" pitchFamily="34" charset="-122"/>
                <a:cs typeface="Calibri" pitchFamily="34" charset="-120"/>
              </a:rPr>
              <a:t>Deckelgetriebene Kavität, Re = 100</a:t>
            </a:r>
            <a:endParaRPr lang="de-CH" sz="1200" noProof="0" dirty="0"/>
          </a:p>
        </p:txBody>
      </p:sp>
      <p:sp>
        <p:nvSpPr>
          <p:cNvPr id="17" name="Shape 15"/>
          <p:cNvSpPr/>
          <p:nvPr/>
        </p:nvSpPr>
        <p:spPr>
          <a:xfrm>
            <a:off x="7561812" y="1339273"/>
            <a:ext cx="4346170" cy="4421447"/>
          </a:xfrm>
          <a:prstGeom prst="roundRect">
            <a:avLst>
              <a:gd name="adj" fmla="val 6667"/>
            </a:avLst>
          </a:prstGeom>
          <a:solidFill>
            <a:srgbClr val="0B3D62"/>
          </a:solidFill>
          <a:ln/>
        </p:spPr>
        <p:txBody>
          <a:bodyPr/>
          <a:lstStyle/>
          <a:p>
            <a:endParaRPr lang="de-CH" noProof="0" dirty="0"/>
          </a:p>
        </p:txBody>
      </p:sp>
      <p:sp>
        <p:nvSpPr>
          <p:cNvPr id="18" name="Text 16"/>
          <p:cNvSpPr txBox="1"/>
          <p:nvPr/>
        </p:nvSpPr>
        <p:spPr>
          <a:xfrm>
            <a:off x="7981141" y="1648368"/>
            <a:ext cx="1828800" cy="320040"/>
          </a:xfrm>
          <a:prstGeom prst="rect">
            <a:avLst/>
          </a:prstGeom>
          <a:noFill/>
          <a:ln/>
        </p:spPr>
        <p:txBody>
          <a:bodyPr wrap="square" lIns="0" tIns="0" rIns="0" bIns="0" rtlCol="0" anchor="ctr"/>
          <a:lstStyle/>
          <a:p>
            <a:pPr marL="0" indent="0">
              <a:buNone/>
            </a:pPr>
            <a:r>
              <a:rPr lang="de-CH" sz="3600" b="1" kern="0" spc="150" noProof="0" dirty="0">
                <a:solidFill>
                  <a:srgbClr val="F2994A"/>
                </a:solidFill>
                <a:latin typeface="Calibri" pitchFamily="34" charset="0"/>
                <a:ea typeface="Calibri" pitchFamily="34" charset="-122"/>
                <a:cs typeface="Calibri" pitchFamily="34" charset="-120"/>
              </a:rPr>
              <a:t>Ziel</a:t>
            </a:r>
            <a:endParaRPr lang="de-CH" sz="1600" noProof="0" dirty="0"/>
          </a:p>
        </p:txBody>
      </p:sp>
      <p:sp>
        <p:nvSpPr>
          <p:cNvPr id="19" name="Text 17"/>
          <p:cNvSpPr txBox="1"/>
          <p:nvPr/>
        </p:nvSpPr>
        <p:spPr>
          <a:xfrm>
            <a:off x="7863839" y="2100673"/>
            <a:ext cx="3904211" cy="2974571"/>
          </a:xfrm>
          <a:prstGeom prst="rect">
            <a:avLst/>
          </a:prstGeom>
          <a:noFill/>
          <a:ln/>
        </p:spPr>
        <p:txBody>
          <a:bodyPr wrap="square" lIns="0" tIns="0" rIns="0" bIns="0" rtlCol="0" anchor="ctr"/>
          <a:lstStyle/>
          <a:p>
            <a:pPr marL="342900" indent="-342900">
              <a:lnSpc>
                <a:spcPct val="120000"/>
              </a:lnSpc>
              <a:buFont typeface="Arial" panose="020B0604020202020204" pitchFamily="34" charset="0"/>
              <a:buChar char="•"/>
            </a:pPr>
            <a:r>
              <a:rPr lang="de-CH" sz="2400" noProof="0" dirty="0" err="1">
                <a:solidFill>
                  <a:srgbClr val="FFFFFF"/>
                </a:solidFill>
                <a:latin typeface="Calibri" pitchFamily="34" charset="0"/>
                <a:ea typeface="Calibri" pitchFamily="34" charset="-122"/>
                <a:cs typeface="Calibri" pitchFamily="34" charset="-120"/>
              </a:rPr>
              <a:t>Numba</a:t>
            </a:r>
            <a:r>
              <a:rPr lang="de-CH" sz="2400" noProof="0" dirty="0">
                <a:solidFill>
                  <a:srgbClr val="FFFFFF"/>
                </a:solidFill>
                <a:latin typeface="Calibri" pitchFamily="34" charset="0"/>
                <a:ea typeface="Calibri" pitchFamily="34" charset="-122"/>
                <a:cs typeface="Calibri" pitchFamily="34" charset="-120"/>
              </a:rPr>
              <a:t> Umsetzung</a:t>
            </a:r>
          </a:p>
          <a:p>
            <a:pPr marL="342900" indent="-342900">
              <a:lnSpc>
                <a:spcPct val="120000"/>
              </a:lnSpc>
              <a:buFont typeface="Arial" panose="020B0604020202020204" pitchFamily="34" charset="0"/>
              <a:buChar char="•"/>
            </a:pPr>
            <a:r>
              <a:rPr lang="de-CH" sz="2400" noProof="0" dirty="0">
                <a:solidFill>
                  <a:srgbClr val="FFFFFF"/>
                </a:solidFill>
                <a:latin typeface="Calibri" pitchFamily="34" charset="0"/>
                <a:ea typeface="Calibri" pitchFamily="34" charset="-122"/>
                <a:cs typeface="Calibri" pitchFamily="34" charset="-120"/>
              </a:rPr>
              <a:t>Iterativ umsetzen</a:t>
            </a:r>
          </a:p>
          <a:p>
            <a:pPr marL="342900" indent="-342900">
              <a:lnSpc>
                <a:spcPct val="120000"/>
              </a:lnSpc>
              <a:buFont typeface="Arial" panose="020B0604020202020204" pitchFamily="34" charset="0"/>
              <a:buChar char="•"/>
            </a:pPr>
            <a:r>
              <a:rPr lang="de-CH" sz="2400" noProof="0" dirty="0">
                <a:solidFill>
                  <a:srgbClr val="FFFFFF"/>
                </a:solidFill>
                <a:latin typeface="Calibri" pitchFamily="34" charset="0"/>
                <a:ea typeface="Calibri" pitchFamily="34" charset="-122"/>
                <a:cs typeface="Calibri" pitchFamily="34" charset="-120"/>
              </a:rPr>
              <a:t>Korrektheit nachweisen</a:t>
            </a:r>
          </a:p>
          <a:p>
            <a:pPr marL="342900" indent="-342900">
              <a:lnSpc>
                <a:spcPct val="120000"/>
              </a:lnSpc>
              <a:buFont typeface="Arial" panose="020B0604020202020204" pitchFamily="34" charset="0"/>
              <a:buChar char="•"/>
            </a:pPr>
            <a:r>
              <a:rPr lang="de-CH" sz="2400" noProof="0" dirty="0">
                <a:solidFill>
                  <a:srgbClr val="FFFFFF"/>
                </a:solidFill>
                <a:latin typeface="Calibri" pitchFamily="34" charset="0"/>
                <a:ea typeface="Calibri" pitchFamily="34" charset="-122"/>
                <a:cs typeface="Calibri" pitchFamily="34" charset="-120"/>
              </a:rPr>
              <a:t>Performance einordnen</a:t>
            </a:r>
          </a:p>
          <a:p>
            <a:pPr marL="800100" lvl="1" indent="-342900">
              <a:lnSpc>
                <a:spcPct val="120000"/>
              </a:lnSpc>
              <a:buFont typeface="Arial" panose="020B0604020202020204" pitchFamily="34" charset="0"/>
              <a:buChar char="•"/>
            </a:pPr>
            <a:r>
              <a:rPr lang="de-CH" sz="2400" noProof="0" dirty="0" err="1">
                <a:solidFill>
                  <a:srgbClr val="FFFFFF"/>
                </a:solidFill>
                <a:latin typeface="Calibri" pitchFamily="34" charset="0"/>
                <a:ea typeface="Calibri" pitchFamily="34" charset="-122"/>
                <a:cs typeface="Calibri" pitchFamily="34" charset="-120"/>
              </a:rPr>
              <a:t>Roofline</a:t>
            </a:r>
            <a:r>
              <a:rPr lang="de-CH" sz="2400" noProof="0" dirty="0">
                <a:solidFill>
                  <a:srgbClr val="FFFFFF"/>
                </a:solidFill>
                <a:latin typeface="Calibri" pitchFamily="34" charset="0"/>
                <a:ea typeface="Calibri" pitchFamily="34" charset="-122"/>
                <a:cs typeface="Calibri" pitchFamily="34" charset="-120"/>
              </a:rPr>
              <a:t>-Analyse</a:t>
            </a:r>
          </a:p>
          <a:p>
            <a:pPr marL="800100" lvl="1" indent="-342900">
              <a:lnSpc>
                <a:spcPct val="120000"/>
              </a:lnSpc>
              <a:buFont typeface="Arial" panose="020B0604020202020204" pitchFamily="34" charset="0"/>
              <a:buChar char="•"/>
            </a:pPr>
            <a:r>
              <a:rPr lang="de-CH" sz="2400" noProof="0" dirty="0" err="1">
                <a:solidFill>
                  <a:srgbClr val="FFFFFF"/>
                </a:solidFill>
                <a:latin typeface="Calibri" pitchFamily="34" charset="0"/>
                <a:ea typeface="Calibri" pitchFamily="34" charset="-122"/>
                <a:cs typeface="Calibri" pitchFamily="34" charset="-120"/>
              </a:rPr>
              <a:t>Scaling</a:t>
            </a:r>
            <a:r>
              <a:rPr lang="de-CH" sz="2400" noProof="0" dirty="0">
                <a:solidFill>
                  <a:srgbClr val="FFFFFF"/>
                </a:solidFill>
                <a:latin typeface="Calibri" pitchFamily="34" charset="0"/>
                <a:ea typeface="Calibri" pitchFamily="34" charset="-122"/>
                <a:cs typeface="Calibri" pitchFamily="34" charset="-120"/>
              </a:rPr>
              <a:t>-Studie</a:t>
            </a:r>
          </a:p>
        </p:txBody>
      </p:sp>
      <p:sp>
        <p:nvSpPr>
          <p:cNvPr id="20" name="Text 18"/>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21" name="Text 19"/>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2</a:t>
            </a:r>
            <a:endParaRPr lang="de-CH" sz="10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Profiling der Baseline: Wo geht die Zeit hin?</a:t>
            </a:r>
            <a:endParaRPr lang="de-CH" sz="4000" noProof="0" dirty="0"/>
          </a:p>
        </p:txBody>
      </p:sp>
      <p:sp>
        <p:nvSpPr>
          <p:cNvPr id="3" name="Text 1"/>
          <p:cNvSpPr txBox="1"/>
          <p:nvPr/>
        </p:nvSpPr>
        <p:spPr>
          <a:xfrm>
            <a:off x="548640" y="1275588"/>
            <a:ext cx="7315200" cy="320040"/>
          </a:xfrm>
          <a:prstGeom prst="rect">
            <a:avLst/>
          </a:prstGeom>
          <a:noFill/>
          <a:ln/>
        </p:spPr>
        <p:txBody>
          <a:bodyPr wrap="square" lIns="0" tIns="0" rIns="0" bIns="0" rtlCol="0" anchor="ctr"/>
          <a:lstStyle/>
          <a:p>
            <a:pPr marL="0" indent="0">
              <a:buNone/>
            </a:pPr>
            <a:r>
              <a:rPr lang="de-CH" sz="1300" i="1" noProof="0" dirty="0">
                <a:solidFill>
                  <a:srgbClr val="5B7083"/>
                </a:solidFill>
                <a:latin typeface="Calibri" pitchFamily="34" charset="0"/>
                <a:ea typeface="Calibri" pitchFamily="34" charset="-122"/>
                <a:cs typeface="Calibri" pitchFamily="34" charset="-120"/>
              </a:rPr>
              <a:t>Mittels </a:t>
            </a:r>
            <a:r>
              <a:rPr lang="de-CH" sz="1300" i="1" noProof="0" dirty="0" err="1">
                <a:solidFill>
                  <a:srgbClr val="5B7083"/>
                </a:solidFill>
                <a:latin typeface="Calibri" pitchFamily="34" charset="0"/>
                <a:ea typeface="Calibri" pitchFamily="34" charset="-122"/>
                <a:cs typeface="Calibri" pitchFamily="34" charset="-120"/>
              </a:rPr>
              <a:t>cProfile</a:t>
            </a:r>
            <a:r>
              <a:rPr lang="de-CH" sz="1300" i="1" noProof="0" dirty="0">
                <a:solidFill>
                  <a:srgbClr val="5B7083"/>
                </a:solidFill>
                <a:latin typeface="Calibri" pitchFamily="34" charset="0"/>
                <a:ea typeface="Calibri" pitchFamily="34" charset="-122"/>
                <a:cs typeface="Calibri" pitchFamily="34" charset="-120"/>
              </a:rPr>
              <a:t> Gesamtlaufzeit gemessen</a:t>
            </a:r>
            <a:endParaRPr lang="de-CH" sz="1300" noProof="0" dirty="0"/>
          </a:p>
        </p:txBody>
      </p:sp>
      <p:graphicFrame>
        <p:nvGraphicFramePr>
          <p:cNvPr id="4" name="Chart 0"/>
          <p:cNvGraphicFramePr/>
          <p:nvPr>
            <p:extLst>
              <p:ext uri="{D42A27DB-BD31-4B8C-83A1-F6EECF244321}">
                <p14:modId xmlns:p14="http://schemas.microsoft.com/office/powerpoint/2010/main" val="3713523510"/>
              </p:ext>
            </p:extLst>
          </p:nvPr>
        </p:nvGraphicFramePr>
        <p:xfrm>
          <a:off x="457200" y="1645920"/>
          <a:ext cx="65836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60920" y="1595628"/>
            <a:ext cx="4251960" cy="4347972"/>
          </a:xfrm>
          <a:prstGeom prst="roundRect">
            <a:avLst>
              <a:gd name="adj" fmla="val 1935"/>
            </a:avLst>
          </a:prstGeom>
          <a:solidFill>
            <a:srgbClr val="FCE7D2"/>
          </a:solidFill>
          <a:ln/>
          <a:effectLst>
            <a:outerShdw blurRad="101600" dist="38100" dir="5400000" algn="bl" rotWithShape="0">
              <a:srgbClr val="1B2A38">
                <a:alpha val="18000"/>
              </a:srgbClr>
            </a:outerShdw>
          </a:effectLst>
        </p:spPr>
        <p:txBody>
          <a:bodyPr/>
          <a:lstStyle/>
          <a:p>
            <a:endParaRPr lang="de-CH" noProof="0" dirty="0"/>
          </a:p>
        </p:txBody>
      </p:sp>
      <p:sp>
        <p:nvSpPr>
          <p:cNvPr id="6" name="Text 3"/>
          <p:cNvSpPr txBox="1"/>
          <p:nvPr/>
        </p:nvSpPr>
        <p:spPr>
          <a:xfrm>
            <a:off x="7565505" y="2099333"/>
            <a:ext cx="3888509" cy="365760"/>
          </a:xfrm>
          <a:prstGeom prst="rect">
            <a:avLst/>
          </a:prstGeom>
          <a:noFill/>
          <a:ln/>
        </p:spPr>
        <p:txBody>
          <a:bodyPr wrap="square" lIns="0" tIns="0" rIns="0" bIns="0" rtlCol="0" anchor="ctr"/>
          <a:lstStyle/>
          <a:p>
            <a:pPr marL="0" indent="0">
              <a:buNone/>
            </a:pPr>
            <a:r>
              <a:rPr lang="de-CH" sz="3600" b="1" noProof="0" dirty="0">
                <a:solidFill>
                  <a:srgbClr val="0B3D62"/>
                </a:solidFill>
                <a:latin typeface="Cambria" pitchFamily="34" charset="0"/>
                <a:ea typeface="Cambria" pitchFamily="34" charset="-122"/>
                <a:cs typeface="Cambria" pitchFamily="34" charset="-120"/>
              </a:rPr>
              <a:t>Arbeitshypothese</a:t>
            </a:r>
            <a:endParaRPr lang="de-CH" noProof="0" dirty="0"/>
          </a:p>
        </p:txBody>
      </p:sp>
      <p:sp>
        <p:nvSpPr>
          <p:cNvPr id="8" name="Text 5"/>
          <p:cNvSpPr txBox="1"/>
          <p:nvPr/>
        </p:nvSpPr>
        <p:spPr>
          <a:xfrm>
            <a:off x="7796414" y="2660904"/>
            <a:ext cx="3657600" cy="2641831"/>
          </a:xfrm>
          <a:prstGeom prst="rect">
            <a:avLst/>
          </a:prstGeom>
          <a:noFill/>
          <a:ln/>
        </p:spPr>
        <p:txBody>
          <a:bodyPr wrap="square" lIns="0" tIns="0" rIns="0" bIns="0" rtlCol="0" anchor="ctr"/>
          <a:lstStyle/>
          <a:p>
            <a:pPr marL="0" indent="0">
              <a:lnSpc>
                <a:spcPct val="130000"/>
              </a:lnSpc>
              <a:buNone/>
            </a:pPr>
            <a:r>
              <a:rPr lang="de-CH" sz="2400" noProof="0" dirty="0">
                <a:solidFill>
                  <a:srgbClr val="0B3D62"/>
                </a:solidFill>
                <a:latin typeface="Calibri" pitchFamily="34" charset="0"/>
                <a:ea typeface="Calibri" pitchFamily="34" charset="-122"/>
                <a:cs typeface="Calibri" pitchFamily="34" charset="-120"/>
              </a:rPr>
              <a:t>Ein grosser Teil ist Python-Loop- und Temporär-Array-Overhead — nicht reine Speicherbandbreite.</a:t>
            </a:r>
            <a:endParaRPr lang="de-CH" sz="2400" noProof="0" dirty="0"/>
          </a:p>
        </p:txBody>
      </p:sp>
      <p:sp>
        <p:nvSpPr>
          <p:cNvPr id="9" name="Text 6"/>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0" name="Text 7"/>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3</a:t>
            </a:r>
            <a:endParaRPr lang="de-CH" sz="1000" noProof="0" dirty="0"/>
          </a:p>
        </p:txBody>
      </p:sp>
      <p:sp>
        <p:nvSpPr>
          <p:cNvPr id="13" name="Textfeld 12">
            <a:extLst>
              <a:ext uri="{FF2B5EF4-FFF2-40B4-BE49-F238E27FC236}">
                <a16:creationId xmlns:a16="http://schemas.microsoft.com/office/drawing/2014/main" id="{999A0A43-D8F8-F4A0-B778-BF7068C1B21B}"/>
              </a:ext>
            </a:extLst>
          </p:cNvPr>
          <p:cNvSpPr txBox="1"/>
          <p:nvPr/>
        </p:nvSpPr>
        <p:spPr>
          <a:xfrm>
            <a:off x="3279385" y="5041125"/>
            <a:ext cx="2392218" cy="523220"/>
          </a:xfrm>
          <a:prstGeom prst="rect">
            <a:avLst/>
          </a:prstGeom>
          <a:noFill/>
        </p:spPr>
        <p:txBody>
          <a:bodyPr wrap="square" rtlCol="0">
            <a:spAutoFit/>
          </a:bodyPr>
          <a:lstStyle/>
          <a:p>
            <a:r>
              <a:rPr lang="de-CH" sz="2800" noProof="0" dirty="0">
                <a:solidFill>
                  <a:srgbClr val="FF5B5B"/>
                </a:solidFill>
              </a:rPr>
              <a:t>Flaschenhals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Strategie &amp; iteratives Vorgehen</a:t>
            </a:r>
            <a:endParaRPr lang="de-CH" sz="4000" noProof="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marL="0" indent="0">
              <a:buNone/>
            </a:pPr>
            <a:r>
              <a:rPr lang="de-CH" b="1" noProof="0" dirty="0">
                <a:solidFill>
                  <a:srgbClr val="0B3D62"/>
                </a:solidFill>
                <a:latin typeface="Calibri" pitchFamily="34" charset="0"/>
                <a:ea typeface="Calibri" pitchFamily="34" charset="-122"/>
                <a:cs typeface="Calibri" pitchFamily="34" charset="-120"/>
              </a:rPr>
              <a:t>Gewählte Strategie:  </a:t>
            </a:r>
            <a:r>
              <a:rPr lang="de-CH" b="1" noProof="0" dirty="0" err="1">
                <a:solidFill>
                  <a:srgbClr val="F2994A"/>
                </a:solidFill>
                <a:latin typeface="Calibri" pitchFamily="34" charset="0"/>
                <a:ea typeface="Calibri" pitchFamily="34" charset="-122"/>
                <a:cs typeface="Calibri" pitchFamily="34" charset="-120"/>
              </a:rPr>
              <a:t>Numba</a:t>
            </a:r>
            <a:r>
              <a:rPr lang="de-CH" b="1" noProof="0" dirty="0">
                <a:solidFill>
                  <a:srgbClr val="F2994A"/>
                </a:solidFill>
                <a:latin typeface="Calibri" pitchFamily="34" charset="0"/>
                <a:ea typeface="Calibri" pitchFamily="34" charset="-122"/>
                <a:cs typeface="Calibri" pitchFamily="34" charset="-120"/>
              </a:rPr>
              <a:t> @njit(parallel=True) mit prange </a:t>
            </a:r>
            <a:r>
              <a:rPr lang="de-CH" noProof="0" dirty="0">
                <a:solidFill>
                  <a:srgbClr val="13293D"/>
                </a:solidFill>
                <a:latin typeface="Calibri" pitchFamily="34" charset="0"/>
                <a:ea typeface="Calibri" pitchFamily="34" charset="-122"/>
                <a:cs typeface="Calibri" pitchFamily="34" charset="-120"/>
              </a:rPr>
              <a:t>— angewendet auf alle vier Kernfunktionen des Lösers.</a:t>
            </a:r>
            <a:endParaRPr lang="de-CH" noProof="0" dirty="0"/>
          </a:p>
        </p:txBody>
      </p:sp>
      <p:sp>
        <p:nvSpPr>
          <p:cNvPr id="4" name="Shape 2"/>
          <p:cNvSpPr/>
          <p:nvPr/>
        </p:nvSpPr>
        <p:spPr>
          <a:xfrm>
            <a:off x="548640" y="1783080"/>
            <a:ext cx="2606040" cy="502920"/>
          </a:xfrm>
          <a:prstGeom prst="roundRect">
            <a:avLst>
              <a:gd name="adj" fmla="val 50909"/>
            </a:avLst>
          </a:prstGeom>
          <a:solidFill>
            <a:srgbClr val="0B3D62"/>
          </a:solidFill>
          <a:ln/>
        </p:spPr>
        <p:txBody>
          <a:bodyPr/>
          <a:lstStyle/>
          <a:p>
            <a:endParaRPr lang="de-CH" noProof="0" dirty="0"/>
          </a:p>
        </p:txBody>
      </p:sp>
      <p:sp>
        <p:nvSpPr>
          <p:cNvPr id="5" name="Text 3"/>
          <p:cNvSpPr txBox="1"/>
          <p:nvPr/>
        </p:nvSpPr>
        <p:spPr>
          <a:xfrm>
            <a:off x="548640" y="1783080"/>
            <a:ext cx="2606040" cy="502920"/>
          </a:xfrm>
          <a:prstGeom prst="rect">
            <a:avLst/>
          </a:prstGeom>
          <a:noFill/>
          <a:ln/>
        </p:spPr>
        <p:txBody>
          <a:bodyPr wrap="square" lIns="0" tIns="0" rIns="0" bIns="0" rtlCol="0" anchor="ctr"/>
          <a:lstStyle/>
          <a:p>
            <a:pPr marL="0" indent="0" algn="ctr">
              <a:buNone/>
            </a:pPr>
            <a:r>
              <a:rPr lang="de-CH" sz="1600" noProof="0" dirty="0" err="1">
                <a:solidFill>
                  <a:srgbClr val="FFFFFF"/>
                </a:solidFill>
                <a:latin typeface="Consolas" pitchFamily="34" charset="0"/>
                <a:ea typeface="Consolas" pitchFamily="34" charset="-122"/>
                <a:cs typeface="Consolas" pitchFamily="34" charset="-120"/>
              </a:rPr>
              <a:t>equilibrium</a:t>
            </a:r>
            <a:r>
              <a:rPr lang="de-CH" sz="1600" noProof="0" dirty="0">
                <a:solidFill>
                  <a:srgbClr val="FFFFFF"/>
                </a:solidFill>
                <a:latin typeface="Consolas" pitchFamily="34" charset="0"/>
                <a:ea typeface="Consolas" pitchFamily="34" charset="-122"/>
                <a:cs typeface="Consolas" pitchFamily="34" charset="-120"/>
              </a:rPr>
              <a:t>()</a:t>
            </a:r>
            <a:endParaRPr lang="de-CH" sz="1600" noProof="0" dirty="0"/>
          </a:p>
        </p:txBody>
      </p:sp>
      <p:sp>
        <p:nvSpPr>
          <p:cNvPr id="6" name="Shape 4"/>
          <p:cNvSpPr/>
          <p:nvPr/>
        </p:nvSpPr>
        <p:spPr>
          <a:xfrm>
            <a:off x="3337560" y="1783080"/>
            <a:ext cx="2606040" cy="502920"/>
          </a:xfrm>
          <a:prstGeom prst="roundRect">
            <a:avLst>
              <a:gd name="adj" fmla="val 50909"/>
            </a:avLst>
          </a:prstGeom>
          <a:solidFill>
            <a:srgbClr val="0B3D62"/>
          </a:solidFill>
          <a:ln/>
        </p:spPr>
        <p:txBody>
          <a:bodyPr/>
          <a:lstStyle/>
          <a:p>
            <a:endParaRPr lang="de-CH" noProof="0" dirty="0"/>
          </a:p>
        </p:txBody>
      </p:sp>
      <p:sp>
        <p:nvSpPr>
          <p:cNvPr id="7" name="Text 5"/>
          <p:cNvSpPr txBox="1"/>
          <p:nvPr/>
        </p:nvSpPr>
        <p:spPr>
          <a:xfrm>
            <a:off x="3337560" y="1783080"/>
            <a:ext cx="2606040" cy="502920"/>
          </a:xfrm>
          <a:prstGeom prst="rect">
            <a:avLst/>
          </a:prstGeom>
          <a:noFill/>
          <a:ln/>
        </p:spPr>
        <p:txBody>
          <a:bodyPr wrap="square" lIns="0" tIns="0" rIns="0" bIns="0" rtlCol="0" anchor="ctr"/>
          <a:lstStyle/>
          <a:p>
            <a:pPr marL="0" indent="0" algn="ctr">
              <a:buNone/>
            </a:pPr>
            <a:r>
              <a:rPr lang="de-CH" sz="1600" noProof="0" dirty="0" err="1">
                <a:solidFill>
                  <a:srgbClr val="FFFFFF"/>
                </a:solidFill>
                <a:latin typeface="Consolas" pitchFamily="34" charset="0"/>
                <a:ea typeface="Consolas" pitchFamily="34" charset="-122"/>
                <a:cs typeface="Consolas" pitchFamily="34" charset="-120"/>
              </a:rPr>
              <a:t>macroscopic</a:t>
            </a:r>
            <a:r>
              <a:rPr lang="de-CH" sz="1600" noProof="0" dirty="0">
                <a:solidFill>
                  <a:srgbClr val="FFFFFF"/>
                </a:solidFill>
                <a:latin typeface="Consolas" pitchFamily="34" charset="0"/>
                <a:ea typeface="Consolas" pitchFamily="34" charset="-122"/>
                <a:cs typeface="Consolas" pitchFamily="34" charset="-120"/>
              </a:rPr>
              <a:t>()</a:t>
            </a:r>
            <a:endParaRPr lang="de-CH" sz="1600" noProof="0" dirty="0"/>
          </a:p>
        </p:txBody>
      </p:sp>
      <p:sp>
        <p:nvSpPr>
          <p:cNvPr id="8" name="Shape 6"/>
          <p:cNvSpPr/>
          <p:nvPr/>
        </p:nvSpPr>
        <p:spPr>
          <a:xfrm>
            <a:off x="6126480" y="1783080"/>
            <a:ext cx="2606040" cy="502920"/>
          </a:xfrm>
          <a:prstGeom prst="roundRect">
            <a:avLst>
              <a:gd name="adj" fmla="val 50909"/>
            </a:avLst>
          </a:prstGeom>
          <a:solidFill>
            <a:srgbClr val="0B3D62"/>
          </a:solidFill>
          <a:ln/>
        </p:spPr>
        <p:txBody>
          <a:bodyPr/>
          <a:lstStyle/>
          <a:p>
            <a:endParaRPr lang="de-CH" noProof="0" dirty="0"/>
          </a:p>
        </p:txBody>
      </p:sp>
      <p:sp>
        <p:nvSpPr>
          <p:cNvPr id="9" name="Text 7"/>
          <p:cNvSpPr txBox="1"/>
          <p:nvPr/>
        </p:nvSpPr>
        <p:spPr>
          <a:xfrm>
            <a:off x="6126480" y="1783080"/>
            <a:ext cx="2606040" cy="502920"/>
          </a:xfrm>
          <a:prstGeom prst="rect">
            <a:avLst/>
          </a:prstGeom>
          <a:noFill/>
          <a:ln/>
        </p:spPr>
        <p:txBody>
          <a:bodyPr wrap="square" lIns="0" tIns="0" rIns="0" bIns="0" rtlCol="0" anchor="ctr"/>
          <a:lstStyle/>
          <a:p>
            <a:pPr marL="0" indent="0" algn="ctr">
              <a:buNone/>
            </a:pPr>
            <a:r>
              <a:rPr lang="de-CH" sz="1600" noProof="0" dirty="0">
                <a:solidFill>
                  <a:srgbClr val="FFFFFF"/>
                </a:solidFill>
                <a:latin typeface="Consolas" pitchFamily="34" charset="0"/>
                <a:ea typeface="Consolas" pitchFamily="34" charset="-122"/>
                <a:cs typeface="Consolas" pitchFamily="34" charset="-120"/>
              </a:rPr>
              <a:t>stream</a:t>
            </a:r>
            <a:r>
              <a:rPr lang="de-CH" sz="2000" noProof="0" dirty="0">
                <a:solidFill>
                  <a:srgbClr val="FFFFFF"/>
                </a:solidFill>
                <a:latin typeface="Consolas" pitchFamily="34" charset="0"/>
                <a:ea typeface="Consolas" pitchFamily="34" charset="-122"/>
                <a:cs typeface="Consolas" pitchFamily="34" charset="-120"/>
              </a:rPr>
              <a:t>()</a:t>
            </a:r>
            <a:endParaRPr lang="de-CH" sz="2000" noProof="0" dirty="0"/>
          </a:p>
        </p:txBody>
      </p:sp>
      <p:sp>
        <p:nvSpPr>
          <p:cNvPr id="10" name="Shape 8"/>
          <p:cNvSpPr/>
          <p:nvPr/>
        </p:nvSpPr>
        <p:spPr>
          <a:xfrm>
            <a:off x="8915400" y="1783080"/>
            <a:ext cx="2606040" cy="502920"/>
          </a:xfrm>
          <a:prstGeom prst="roundRect">
            <a:avLst>
              <a:gd name="adj" fmla="val 50909"/>
            </a:avLst>
          </a:prstGeom>
          <a:solidFill>
            <a:srgbClr val="0B3D62"/>
          </a:solidFill>
          <a:ln/>
        </p:spPr>
        <p:txBody>
          <a:bodyPr/>
          <a:lstStyle/>
          <a:p>
            <a:endParaRPr lang="de-CH" noProof="0" dirty="0"/>
          </a:p>
        </p:txBody>
      </p:sp>
      <p:sp>
        <p:nvSpPr>
          <p:cNvPr id="11" name="Text 9"/>
          <p:cNvSpPr txBox="1"/>
          <p:nvPr/>
        </p:nvSpPr>
        <p:spPr>
          <a:xfrm>
            <a:off x="8915400" y="1783080"/>
            <a:ext cx="2606040" cy="502920"/>
          </a:xfrm>
          <a:prstGeom prst="rect">
            <a:avLst/>
          </a:prstGeom>
          <a:noFill/>
          <a:ln/>
        </p:spPr>
        <p:txBody>
          <a:bodyPr wrap="square" lIns="0" tIns="0" rIns="0" bIns="0" rtlCol="0" anchor="ctr"/>
          <a:lstStyle/>
          <a:p>
            <a:pPr marL="0" indent="0" algn="ctr">
              <a:buNone/>
            </a:pPr>
            <a:r>
              <a:rPr lang="de-CH" sz="1600" noProof="0" dirty="0" err="1">
                <a:solidFill>
                  <a:srgbClr val="FFFFFF"/>
                </a:solidFill>
                <a:latin typeface="Consolas" pitchFamily="34" charset="0"/>
                <a:ea typeface="Consolas" pitchFamily="34" charset="-122"/>
                <a:cs typeface="Consolas" pitchFamily="34" charset="-120"/>
              </a:rPr>
              <a:t>collide_and_bounce</a:t>
            </a:r>
            <a:r>
              <a:rPr lang="de-CH" sz="1600" noProof="0" dirty="0">
                <a:solidFill>
                  <a:srgbClr val="FFFFFF"/>
                </a:solidFill>
                <a:latin typeface="Consolas" pitchFamily="34" charset="0"/>
                <a:ea typeface="Consolas" pitchFamily="34" charset="-122"/>
                <a:cs typeface="Consolas" pitchFamily="34" charset="-120"/>
              </a:rPr>
              <a:t>()</a:t>
            </a:r>
            <a:endParaRPr lang="de-CH" sz="1600" noProof="0" dirty="0"/>
          </a:p>
        </p:txBody>
      </p:sp>
      <p:sp>
        <p:nvSpPr>
          <p:cNvPr id="12" name="Text 10"/>
          <p:cNvSpPr txBox="1"/>
          <p:nvPr/>
        </p:nvSpPr>
        <p:spPr>
          <a:xfrm>
            <a:off x="548640" y="2606040"/>
            <a:ext cx="731520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Iteratives Vorgehen — pro Schritt eine Funktion</a:t>
            </a:r>
            <a:endParaRPr lang="de-CH" sz="2000" noProof="0" dirty="0"/>
          </a:p>
        </p:txBody>
      </p:sp>
      <p:sp>
        <p:nvSpPr>
          <p:cNvPr id="13" name="Shape 11"/>
          <p:cNvSpPr/>
          <p:nvPr/>
        </p:nvSpPr>
        <p:spPr>
          <a:xfrm>
            <a:off x="548640" y="3154680"/>
            <a:ext cx="2606040" cy="1965960"/>
          </a:xfrm>
          <a:prstGeom prst="roundRect">
            <a:avLst>
              <a:gd name="adj" fmla="val 4186"/>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14" name="Shape 12"/>
          <p:cNvSpPr/>
          <p:nvPr/>
        </p:nvSpPr>
        <p:spPr>
          <a:xfrm>
            <a:off x="777240" y="3383280"/>
            <a:ext cx="548640" cy="548640"/>
          </a:xfrm>
          <a:prstGeom prst="ellipse">
            <a:avLst/>
          </a:prstGeom>
          <a:solidFill>
            <a:srgbClr val="1C7293"/>
          </a:solidFill>
          <a:ln/>
        </p:spPr>
        <p:txBody>
          <a:bodyPr/>
          <a:lstStyle/>
          <a:p>
            <a:endParaRPr lang="de-CH" noProof="0" dirty="0"/>
          </a:p>
        </p:txBody>
      </p:sp>
      <p:sp>
        <p:nvSpPr>
          <p:cNvPr id="15" name="Text 13"/>
          <p:cNvSpPr txBox="1"/>
          <p:nvPr/>
        </p:nvSpPr>
        <p:spPr>
          <a:xfrm>
            <a:off x="777240" y="338328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1</a:t>
            </a:r>
            <a:endParaRPr lang="de-CH" sz="2000" noProof="0" dirty="0"/>
          </a:p>
        </p:txBody>
      </p:sp>
      <p:sp>
        <p:nvSpPr>
          <p:cNvPr id="16" name="Text 14"/>
          <p:cNvSpPr txBox="1"/>
          <p:nvPr/>
        </p:nvSpPr>
        <p:spPr>
          <a:xfrm>
            <a:off x="777240" y="4069080"/>
            <a:ext cx="2148840" cy="365760"/>
          </a:xfrm>
          <a:prstGeom prst="rect">
            <a:avLst/>
          </a:prstGeom>
          <a:noFill/>
          <a:ln/>
        </p:spPr>
        <p:txBody>
          <a:bodyPr wrap="square" lIns="0" tIns="0" rIns="0" bIns="0" rtlCol="0" anchor="ctr"/>
          <a:lstStyle/>
          <a:p>
            <a:pPr marL="0" indent="0">
              <a:buNone/>
            </a:pPr>
            <a:r>
              <a:rPr lang="de-CH" sz="1450" b="1" noProof="0" dirty="0">
                <a:solidFill>
                  <a:srgbClr val="0B3D62"/>
                </a:solidFill>
                <a:latin typeface="Cambria" pitchFamily="34" charset="0"/>
                <a:ea typeface="Cambria" pitchFamily="34" charset="-122"/>
                <a:cs typeface="Cambria" pitchFamily="34" charset="-120"/>
              </a:rPr>
              <a:t>Umbauen</a:t>
            </a:r>
            <a:endParaRPr lang="de-CH" sz="1450" noProof="0" dirty="0"/>
          </a:p>
        </p:txBody>
      </p:sp>
      <p:sp>
        <p:nvSpPr>
          <p:cNvPr id="17" name="Text 15"/>
          <p:cNvSpPr txBox="1"/>
          <p:nvPr/>
        </p:nvSpPr>
        <p:spPr>
          <a:xfrm>
            <a:off x="777240" y="4453128"/>
            <a:ext cx="2148840" cy="594360"/>
          </a:xfrm>
          <a:prstGeom prst="rect">
            <a:avLst/>
          </a:prstGeom>
          <a:noFill/>
          <a:ln/>
        </p:spPr>
        <p:txBody>
          <a:bodyPr wrap="square" lIns="0" tIns="0" rIns="0" bIns="0" rtlCol="0" anchor="ctr"/>
          <a:lstStyle/>
          <a:p>
            <a:pPr marL="0" indent="0">
              <a:lnSpc>
                <a:spcPct val="120000"/>
              </a:lnSpc>
              <a:buNone/>
            </a:pPr>
            <a:r>
              <a:rPr lang="de-CH" sz="1150" noProof="0" dirty="0">
                <a:solidFill>
                  <a:srgbClr val="5B7083"/>
                </a:solidFill>
                <a:latin typeface="Calibri" pitchFamily="34" charset="0"/>
                <a:ea typeface="Calibri" pitchFamily="34" charset="-122"/>
                <a:cs typeface="Calibri" pitchFamily="34" charset="-120"/>
              </a:rPr>
              <a:t>eine Kernfunktion anpassen</a:t>
            </a:r>
            <a:endParaRPr lang="de-CH" sz="1150" noProof="0" dirty="0"/>
          </a:p>
        </p:txBody>
      </p:sp>
      <p:sp>
        <p:nvSpPr>
          <p:cNvPr id="19" name="Shape 17"/>
          <p:cNvSpPr/>
          <p:nvPr/>
        </p:nvSpPr>
        <p:spPr>
          <a:xfrm>
            <a:off x="3383280" y="3154680"/>
            <a:ext cx="2606040" cy="1965960"/>
          </a:xfrm>
          <a:prstGeom prst="roundRect">
            <a:avLst>
              <a:gd name="adj" fmla="val 4186"/>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20" name="Shape 18"/>
          <p:cNvSpPr/>
          <p:nvPr/>
        </p:nvSpPr>
        <p:spPr>
          <a:xfrm>
            <a:off x="3611880" y="3383280"/>
            <a:ext cx="548640" cy="548640"/>
          </a:xfrm>
          <a:prstGeom prst="ellipse">
            <a:avLst/>
          </a:prstGeom>
          <a:solidFill>
            <a:srgbClr val="1C7293"/>
          </a:solidFill>
          <a:ln/>
        </p:spPr>
        <p:txBody>
          <a:bodyPr/>
          <a:lstStyle/>
          <a:p>
            <a:endParaRPr lang="de-CH" noProof="0" dirty="0"/>
          </a:p>
        </p:txBody>
      </p:sp>
      <p:sp>
        <p:nvSpPr>
          <p:cNvPr id="21" name="Text 19"/>
          <p:cNvSpPr txBox="1"/>
          <p:nvPr/>
        </p:nvSpPr>
        <p:spPr>
          <a:xfrm>
            <a:off x="3611880" y="338328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2</a:t>
            </a:r>
            <a:endParaRPr lang="de-CH" sz="2000" noProof="0" dirty="0"/>
          </a:p>
        </p:txBody>
      </p:sp>
      <p:sp>
        <p:nvSpPr>
          <p:cNvPr id="22" name="Text 20"/>
          <p:cNvSpPr txBox="1"/>
          <p:nvPr/>
        </p:nvSpPr>
        <p:spPr>
          <a:xfrm>
            <a:off x="3611880" y="4069080"/>
            <a:ext cx="2148840" cy="365760"/>
          </a:xfrm>
          <a:prstGeom prst="rect">
            <a:avLst/>
          </a:prstGeom>
          <a:noFill/>
          <a:ln/>
        </p:spPr>
        <p:txBody>
          <a:bodyPr wrap="square" lIns="0" tIns="0" rIns="0" bIns="0" rtlCol="0" anchor="ctr"/>
          <a:lstStyle/>
          <a:p>
            <a:pPr marL="0" indent="0">
              <a:buNone/>
            </a:pPr>
            <a:r>
              <a:rPr lang="de-CH" sz="1450" b="1" noProof="0" dirty="0">
                <a:solidFill>
                  <a:srgbClr val="0B3D62"/>
                </a:solidFill>
                <a:latin typeface="Cambria" pitchFamily="34" charset="0"/>
                <a:ea typeface="Cambria" pitchFamily="34" charset="-122"/>
                <a:cs typeface="Cambria" pitchFamily="34" charset="-120"/>
              </a:rPr>
              <a:t>Validieren</a:t>
            </a:r>
            <a:endParaRPr lang="de-CH" sz="1450" noProof="0" dirty="0"/>
          </a:p>
        </p:txBody>
      </p:sp>
      <p:sp>
        <p:nvSpPr>
          <p:cNvPr id="23" name="Text 21"/>
          <p:cNvSpPr txBox="1"/>
          <p:nvPr/>
        </p:nvSpPr>
        <p:spPr>
          <a:xfrm>
            <a:off x="3611880" y="4453128"/>
            <a:ext cx="2148840" cy="594360"/>
          </a:xfrm>
          <a:prstGeom prst="rect">
            <a:avLst/>
          </a:prstGeom>
          <a:noFill/>
          <a:ln/>
        </p:spPr>
        <p:txBody>
          <a:bodyPr wrap="square" lIns="0" tIns="0" rIns="0" bIns="0" rtlCol="0" anchor="ctr"/>
          <a:lstStyle/>
          <a:p>
            <a:pPr marL="0" indent="0">
              <a:lnSpc>
                <a:spcPct val="120000"/>
              </a:lnSpc>
              <a:buNone/>
            </a:pPr>
            <a:r>
              <a:rPr lang="de-CH" sz="1150" noProof="0" dirty="0">
                <a:solidFill>
                  <a:srgbClr val="5B7083"/>
                </a:solidFill>
                <a:latin typeface="Calibri" pitchFamily="34" charset="0"/>
                <a:ea typeface="Calibri" pitchFamily="34" charset="-122"/>
                <a:cs typeface="Calibri" pitchFamily="34" charset="-120"/>
              </a:rPr>
              <a:t>validate.py gegen unveränderte Baseline</a:t>
            </a:r>
            <a:endParaRPr lang="de-CH" sz="1150" noProof="0" dirty="0"/>
          </a:p>
        </p:txBody>
      </p:sp>
      <p:sp>
        <p:nvSpPr>
          <p:cNvPr id="25" name="Shape 23"/>
          <p:cNvSpPr/>
          <p:nvPr/>
        </p:nvSpPr>
        <p:spPr>
          <a:xfrm>
            <a:off x="6217920" y="3154680"/>
            <a:ext cx="2606040" cy="1965960"/>
          </a:xfrm>
          <a:prstGeom prst="roundRect">
            <a:avLst>
              <a:gd name="adj" fmla="val 4186"/>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26" name="Shape 24"/>
          <p:cNvSpPr/>
          <p:nvPr/>
        </p:nvSpPr>
        <p:spPr>
          <a:xfrm>
            <a:off x="6446520" y="3383280"/>
            <a:ext cx="548640" cy="548640"/>
          </a:xfrm>
          <a:prstGeom prst="ellipse">
            <a:avLst/>
          </a:prstGeom>
          <a:solidFill>
            <a:srgbClr val="1C7293"/>
          </a:solidFill>
          <a:ln/>
        </p:spPr>
        <p:txBody>
          <a:bodyPr/>
          <a:lstStyle/>
          <a:p>
            <a:endParaRPr lang="de-CH" noProof="0" dirty="0"/>
          </a:p>
        </p:txBody>
      </p:sp>
      <p:sp>
        <p:nvSpPr>
          <p:cNvPr id="27" name="Text 25"/>
          <p:cNvSpPr txBox="1"/>
          <p:nvPr/>
        </p:nvSpPr>
        <p:spPr>
          <a:xfrm>
            <a:off x="6446520" y="338328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3</a:t>
            </a:r>
            <a:endParaRPr lang="de-CH" sz="2000" noProof="0" dirty="0"/>
          </a:p>
        </p:txBody>
      </p:sp>
      <p:sp>
        <p:nvSpPr>
          <p:cNvPr id="28" name="Text 26"/>
          <p:cNvSpPr txBox="1"/>
          <p:nvPr/>
        </p:nvSpPr>
        <p:spPr>
          <a:xfrm>
            <a:off x="6446520" y="4069080"/>
            <a:ext cx="2148840" cy="365760"/>
          </a:xfrm>
          <a:prstGeom prst="rect">
            <a:avLst/>
          </a:prstGeom>
          <a:noFill/>
          <a:ln/>
        </p:spPr>
        <p:txBody>
          <a:bodyPr wrap="square" lIns="0" tIns="0" rIns="0" bIns="0" rtlCol="0" anchor="ctr"/>
          <a:lstStyle/>
          <a:p>
            <a:pPr marL="0" indent="0">
              <a:buNone/>
            </a:pPr>
            <a:r>
              <a:rPr lang="de-CH" sz="1450" b="1" noProof="0" dirty="0">
                <a:solidFill>
                  <a:srgbClr val="0B3D62"/>
                </a:solidFill>
                <a:latin typeface="Cambria" pitchFamily="34" charset="0"/>
                <a:ea typeface="Cambria" pitchFamily="34" charset="-122"/>
                <a:cs typeface="Cambria" pitchFamily="34" charset="-120"/>
              </a:rPr>
              <a:t>Benchmarken</a:t>
            </a:r>
            <a:endParaRPr lang="de-CH" sz="1450" noProof="0" dirty="0"/>
          </a:p>
        </p:txBody>
      </p:sp>
      <p:sp>
        <p:nvSpPr>
          <p:cNvPr id="29" name="Text 27"/>
          <p:cNvSpPr txBox="1"/>
          <p:nvPr/>
        </p:nvSpPr>
        <p:spPr>
          <a:xfrm>
            <a:off x="6446520" y="4453128"/>
            <a:ext cx="2148840" cy="594360"/>
          </a:xfrm>
          <a:prstGeom prst="rect">
            <a:avLst/>
          </a:prstGeom>
          <a:noFill/>
          <a:ln/>
        </p:spPr>
        <p:txBody>
          <a:bodyPr wrap="square" lIns="0" tIns="0" rIns="0" bIns="0" rtlCol="0" anchor="ctr"/>
          <a:lstStyle/>
          <a:p>
            <a:pPr marL="0" indent="0">
              <a:lnSpc>
                <a:spcPct val="120000"/>
              </a:lnSpc>
              <a:buNone/>
            </a:pPr>
            <a:r>
              <a:rPr lang="de-CH" sz="1150" noProof="0" dirty="0">
                <a:solidFill>
                  <a:srgbClr val="5B7083"/>
                </a:solidFill>
                <a:latin typeface="Calibri" pitchFamily="34" charset="0"/>
                <a:ea typeface="Calibri" pitchFamily="34" charset="-122"/>
                <a:cs typeface="Calibri" pitchFamily="34" charset="-120"/>
              </a:rPr>
              <a:t>auf beiden Maschinen messen</a:t>
            </a:r>
            <a:endParaRPr lang="de-CH" sz="1150" noProof="0" dirty="0"/>
          </a:p>
        </p:txBody>
      </p:sp>
      <p:sp>
        <p:nvSpPr>
          <p:cNvPr id="31" name="Shape 29"/>
          <p:cNvSpPr/>
          <p:nvPr/>
        </p:nvSpPr>
        <p:spPr>
          <a:xfrm>
            <a:off x="9052560" y="3154680"/>
            <a:ext cx="2606040" cy="1965960"/>
          </a:xfrm>
          <a:prstGeom prst="roundRect">
            <a:avLst>
              <a:gd name="adj" fmla="val 4186"/>
            </a:avLst>
          </a:prstGeom>
          <a:solidFill>
            <a:srgbClr val="FCE7D2"/>
          </a:solidFill>
          <a:ln/>
          <a:effectLst>
            <a:outerShdw blurRad="101600" dist="38100" dir="5400000" algn="bl" rotWithShape="0">
              <a:srgbClr val="1B2A38">
                <a:alpha val="18000"/>
              </a:srgbClr>
            </a:outerShdw>
          </a:effectLst>
        </p:spPr>
        <p:txBody>
          <a:bodyPr/>
          <a:lstStyle/>
          <a:p>
            <a:endParaRPr lang="de-CH" noProof="0" dirty="0"/>
          </a:p>
        </p:txBody>
      </p:sp>
      <p:sp>
        <p:nvSpPr>
          <p:cNvPr id="32" name="Shape 30"/>
          <p:cNvSpPr/>
          <p:nvPr/>
        </p:nvSpPr>
        <p:spPr>
          <a:xfrm>
            <a:off x="9281160" y="3383280"/>
            <a:ext cx="548640" cy="548640"/>
          </a:xfrm>
          <a:prstGeom prst="ellipse">
            <a:avLst/>
          </a:prstGeom>
          <a:solidFill>
            <a:srgbClr val="F2994A"/>
          </a:solidFill>
          <a:ln/>
        </p:spPr>
        <p:txBody>
          <a:bodyPr/>
          <a:lstStyle/>
          <a:p>
            <a:endParaRPr lang="de-CH" noProof="0" dirty="0"/>
          </a:p>
        </p:txBody>
      </p:sp>
      <p:sp>
        <p:nvSpPr>
          <p:cNvPr id="33" name="Text 31"/>
          <p:cNvSpPr txBox="1"/>
          <p:nvPr/>
        </p:nvSpPr>
        <p:spPr>
          <a:xfrm>
            <a:off x="9281160" y="338328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4</a:t>
            </a:r>
            <a:endParaRPr lang="de-CH" sz="2000" noProof="0" dirty="0"/>
          </a:p>
        </p:txBody>
      </p:sp>
      <p:sp>
        <p:nvSpPr>
          <p:cNvPr id="34" name="Text 32"/>
          <p:cNvSpPr txBox="1"/>
          <p:nvPr/>
        </p:nvSpPr>
        <p:spPr>
          <a:xfrm>
            <a:off x="9281160" y="4069080"/>
            <a:ext cx="2148840" cy="365760"/>
          </a:xfrm>
          <a:prstGeom prst="rect">
            <a:avLst/>
          </a:prstGeom>
          <a:noFill/>
          <a:ln/>
        </p:spPr>
        <p:txBody>
          <a:bodyPr wrap="square" lIns="0" tIns="0" rIns="0" bIns="0" rtlCol="0" anchor="ctr"/>
          <a:lstStyle/>
          <a:p>
            <a:pPr marL="0" indent="0">
              <a:buNone/>
            </a:pPr>
            <a:r>
              <a:rPr lang="de-CH" sz="1450" b="1" noProof="0" dirty="0">
                <a:solidFill>
                  <a:srgbClr val="0B3D62"/>
                </a:solidFill>
                <a:latin typeface="Cambria" pitchFamily="34" charset="0"/>
                <a:ea typeface="Cambria" pitchFamily="34" charset="-122"/>
                <a:cs typeface="Cambria" pitchFamily="34" charset="-120"/>
              </a:rPr>
              <a:t>Interpretieren</a:t>
            </a:r>
            <a:endParaRPr lang="de-CH" sz="1450" noProof="0" dirty="0"/>
          </a:p>
        </p:txBody>
      </p:sp>
      <p:sp>
        <p:nvSpPr>
          <p:cNvPr id="35" name="Text 33"/>
          <p:cNvSpPr txBox="1"/>
          <p:nvPr/>
        </p:nvSpPr>
        <p:spPr>
          <a:xfrm>
            <a:off x="9281160" y="4453128"/>
            <a:ext cx="2148840" cy="594360"/>
          </a:xfrm>
          <a:prstGeom prst="rect">
            <a:avLst/>
          </a:prstGeom>
          <a:noFill/>
          <a:ln/>
        </p:spPr>
        <p:txBody>
          <a:bodyPr wrap="square" lIns="0" tIns="0" rIns="0" bIns="0" rtlCol="0" anchor="ctr"/>
          <a:lstStyle/>
          <a:p>
            <a:pPr marL="0" indent="0">
              <a:lnSpc>
                <a:spcPct val="120000"/>
              </a:lnSpc>
              <a:buNone/>
            </a:pPr>
            <a:r>
              <a:rPr lang="de-CH" sz="1150" noProof="0" dirty="0">
                <a:solidFill>
                  <a:srgbClr val="5B7083"/>
                </a:solidFill>
                <a:latin typeface="Calibri" pitchFamily="34" charset="0"/>
                <a:ea typeface="Calibri" pitchFamily="34" charset="-122"/>
                <a:cs typeface="Calibri" pitchFamily="34" charset="-120"/>
              </a:rPr>
              <a:t>bei Überraschung: erst Mess-Fehler prüfen (</a:t>
            </a:r>
            <a:r>
              <a:rPr lang="de-CH" sz="1150" noProof="0" dirty="0" err="1">
                <a:solidFill>
                  <a:srgbClr val="5B7083"/>
                </a:solidFill>
                <a:latin typeface="Calibri" pitchFamily="34" charset="0"/>
                <a:ea typeface="Calibri" pitchFamily="34" charset="-122"/>
                <a:cs typeface="Calibri" pitchFamily="34" charset="-120"/>
              </a:rPr>
              <a:t>bsp.</a:t>
            </a:r>
            <a:r>
              <a:rPr lang="de-CH" sz="1150" noProof="0" dirty="0">
                <a:solidFill>
                  <a:srgbClr val="5B7083"/>
                </a:solidFill>
                <a:latin typeface="Calibri" pitchFamily="34" charset="0"/>
                <a:ea typeface="Calibri" pitchFamily="34" charset="-122"/>
                <a:cs typeface="Calibri" pitchFamily="34" charset="-120"/>
              </a:rPr>
              <a:t>: Warm-Up vergessen)</a:t>
            </a:r>
            <a:endParaRPr lang="de-CH" sz="1150" noProof="0" dirty="0"/>
          </a:p>
        </p:txBody>
      </p:sp>
      <p:sp>
        <p:nvSpPr>
          <p:cNvPr id="36" name="Text 34"/>
          <p:cNvSpPr txBox="1"/>
          <p:nvPr/>
        </p:nvSpPr>
        <p:spPr>
          <a:xfrm>
            <a:off x="0" y="5783580"/>
            <a:ext cx="12192000" cy="548640"/>
          </a:xfrm>
          <a:prstGeom prst="rect">
            <a:avLst/>
          </a:prstGeom>
          <a:noFill/>
          <a:ln/>
        </p:spPr>
        <p:txBody>
          <a:bodyPr wrap="square" lIns="0" tIns="0" rIns="0" bIns="0" rtlCol="0" anchor="ctr"/>
          <a:lstStyle/>
          <a:p>
            <a:pPr marL="0" indent="0" algn="ctr">
              <a:lnSpc>
                <a:spcPct val="120000"/>
              </a:lnSpc>
              <a:buNone/>
            </a:pPr>
            <a:r>
              <a:rPr lang="de-CH" sz="2000" b="1" noProof="0" dirty="0">
                <a:solidFill>
                  <a:srgbClr val="0B3D62"/>
                </a:solidFill>
                <a:latin typeface="Calibri" pitchFamily="34" charset="0"/>
                <a:ea typeface="Calibri" pitchFamily="34" charset="-122"/>
                <a:cs typeface="Calibri" pitchFamily="34" charset="-120"/>
              </a:rPr>
              <a:t>Zwei Maschinen durchgehend: </a:t>
            </a:r>
            <a:br>
              <a:rPr lang="de-CH" sz="2000" b="1" noProof="0" dirty="0">
                <a:solidFill>
                  <a:srgbClr val="0B3D62"/>
                </a:solidFill>
                <a:latin typeface="Calibri" pitchFamily="34" charset="0"/>
                <a:ea typeface="Calibri" pitchFamily="34" charset="-122"/>
                <a:cs typeface="Calibri" pitchFamily="34" charset="-120"/>
              </a:rPr>
            </a:br>
            <a:r>
              <a:rPr lang="de-CH" sz="2000" noProof="0" dirty="0">
                <a:solidFill>
                  <a:srgbClr val="0B3D62"/>
                </a:solidFill>
                <a:latin typeface="Calibri" pitchFamily="34" charset="0"/>
                <a:ea typeface="Calibri" pitchFamily="34" charset="-122"/>
                <a:cs typeface="Calibri" pitchFamily="34" charset="-120"/>
              </a:rPr>
              <a:t>Laptop  /  Cluster pub030</a:t>
            </a:r>
          </a:p>
        </p:txBody>
      </p:sp>
      <p:sp>
        <p:nvSpPr>
          <p:cNvPr id="37" name="Text 35"/>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38" name="Text 36"/>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4</a:t>
            </a:r>
            <a:endParaRPr lang="de-CH" sz="1000" noProof="0" dirty="0"/>
          </a:p>
        </p:txBody>
      </p:sp>
      <p:cxnSp>
        <p:nvCxnSpPr>
          <p:cNvPr id="40" name="Verbinder: gewinkelt 39">
            <a:extLst>
              <a:ext uri="{FF2B5EF4-FFF2-40B4-BE49-F238E27FC236}">
                <a16:creationId xmlns:a16="http://schemas.microsoft.com/office/drawing/2014/main" id="{A39E4AFA-9AE7-72F0-45DC-5E5C86A6995D}"/>
              </a:ext>
            </a:extLst>
          </p:cNvPr>
          <p:cNvCxnSpPr>
            <a:cxnSpLocks/>
            <a:stCxn id="31" idx="3"/>
            <a:endCxn id="13" idx="1"/>
          </p:cNvCxnSpPr>
          <p:nvPr/>
        </p:nvCxnSpPr>
        <p:spPr>
          <a:xfrm flipH="1">
            <a:off x="548640" y="4137660"/>
            <a:ext cx="11109960" cy="12700"/>
          </a:xfrm>
          <a:prstGeom prst="bentConnector5">
            <a:avLst>
              <a:gd name="adj1" fmla="val -2058"/>
              <a:gd name="adj2" fmla="val 11247213"/>
              <a:gd name="adj3" fmla="val 10205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Gerade Verbindung mit Pfeil 45">
            <a:extLst>
              <a:ext uri="{FF2B5EF4-FFF2-40B4-BE49-F238E27FC236}">
                <a16:creationId xmlns:a16="http://schemas.microsoft.com/office/drawing/2014/main" id="{B00537BE-ED21-214C-0733-5DAF1A7BA4C7}"/>
              </a:ext>
            </a:extLst>
          </p:cNvPr>
          <p:cNvCxnSpPr>
            <a:stCxn id="13" idx="3"/>
            <a:endCxn id="19" idx="1"/>
          </p:cNvCxnSpPr>
          <p:nvPr/>
        </p:nvCxnSpPr>
        <p:spPr>
          <a:xfrm>
            <a:off x="3154680" y="4137660"/>
            <a:ext cx="22860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8" name="Gerade Verbindung mit Pfeil 47">
            <a:extLst>
              <a:ext uri="{FF2B5EF4-FFF2-40B4-BE49-F238E27FC236}">
                <a16:creationId xmlns:a16="http://schemas.microsoft.com/office/drawing/2014/main" id="{76E8CA0A-108D-BB0F-2801-DB65518CCB0D}"/>
              </a:ext>
            </a:extLst>
          </p:cNvPr>
          <p:cNvCxnSpPr>
            <a:stCxn id="19" idx="3"/>
            <a:endCxn id="25" idx="1"/>
          </p:cNvCxnSpPr>
          <p:nvPr/>
        </p:nvCxnSpPr>
        <p:spPr>
          <a:xfrm>
            <a:off x="5989320" y="4137660"/>
            <a:ext cx="22860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Gerade Verbindung mit Pfeil 49">
            <a:extLst>
              <a:ext uri="{FF2B5EF4-FFF2-40B4-BE49-F238E27FC236}">
                <a16:creationId xmlns:a16="http://schemas.microsoft.com/office/drawing/2014/main" id="{F2259DA2-9037-5617-A224-843A3727C40B}"/>
              </a:ext>
            </a:extLst>
          </p:cNvPr>
          <p:cNvCxnSpPr>
            <a:stCxn id="25" idx="3"/>
            <a:endCxn id="31" idx="1"/>
          </p:cNvCxnSpPr>
          <p:nvPr/>
        </p:nvCxnSpPr>
        <p:spPr>
          <a:xfrm>
            <a:off x="8823960" y="4137660"/>
            <a:ext cx="22860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1" name="Textfeld 50">
            <a:extLst>
              <a:ext uri="{FF2B5EF4-FFF2-40B4-BE49-F238E27FC236}">
                <a16:creationId xmlns:a16="http://schemas.microsoft.com/office/drawing/2014/main" id="{A0921699-A42F-E736-C923-777F70011628}"/>
              </a:ext>
            </a:extLst>
          </p:cNvPr>
          <p:cNvSpPr txBox="1"/>
          <p:nvPr/>
        </p:nvSpPr>
        <p:spPr>
          <a:xfrm>
            <a:off x="9022080" y="2310914"/>
            <a:ext cx="2590800" cy="646331"/>
          </a:xfrm>
          <a:prstGeom prst="rect">
            <a:avLst/>
          </a:prstGeom>
          <a:noFill/>
        </p:spPr>
        <p:txBody>
          <a:bodyPr wrap="square" rtlCol="0">
            <a:spAutoFit/>
          </a:bodyPr>
          <a:lstStyle/>
          <a:p>
            <a:r>
              <a:rPr lang="de-CH" noProof="0" dirty="0">
                <a:solidFill>
                  <a:schemeClr val="accent2"/>
                </a:solidFill>
              </a:rPr>
              <a:t>Neue Funktion aus dem Code von </a:t>
            </a:r>
            <a:r>
              <a:rPr lang="de-CH" noProof="0" dirty="0" err="1">
                <a:solidFill>
                  <a:schemeClr val="accent2"/>
                </a:solidFill>
              </a:rPr>
              <a:t>run</a:t>
            </a:r>
            <a:r>
              <a:rPr lang="de-CH" noProof="0" dirty="0">
                <a:solidFill>
                  <a:schemeClr val="accent2"/>
                </a:solidFill>
              </a:rPr>
              <a:t>() erstellt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Was wurde optimiert: Fünf Schritte</a:t>
            </a:r>
            <a:endParaRPr lang="de-CH" sz="4000" noProof="0" dirty="0"/>
          </a:p>
        </p:txBody>
      </p:sp>
      <p:graphicFrame>
        <p:nvGraphicFramePr>
          <p:cNvPr id="6" name="Table 0"/>
          <p:cNvGraphicFramePr>
            <a:graphicFrameLocks noGrp="1"/>
          </p:cNvGraphicFramePr>
          <p:nvPr>
            <p:extLst>
              <p:ext uri="{D42A27DB-BD31-4B8C-83A1-F6EECF244321}">
                <p14:modId xmlns:p14="http://schemas.microsoft.com/office/powerpoint/2010/main" val="3094182118"/>
              </p:ext>
            </p:extLst>
          </p:nvPr>
        </p:nvGraphicFramePr>
        <p:xfrm>
          <a:off x="548640" y="1280160"/>
          <a:ext cx="11064240" cy="4572000"/>
        </p:xfrm>
        <a:graphic>
          <a:graphicData uri="http://schemas.openxmlformats.org/drawingml/2006/table">
            <a:tbl>
              <a:tblPr/>
              <a:tblGrid>
                <a:gridCol w="1095433">
                  <a:extLst>
                    <a:ext uri="{9D8B030D-6E8A-4147-A177-3AD203B41FA5}">
                      <a16:colId xmlns:a16="http://schemas.microsoft.com/office/drawing/2014/main" val="20000"/>
                    </a:ext>
                  </a:extLst>
                </a:gridCol>
                <a:gridCol w="6311207">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02920">
                <a:tc>
                  <a:txBody>
                    <a:bodyPr/>
                    <a:lstStyle/>
                    <a:p>
                      <a:pPr marL="0" indent="0">
                        <a:buNone/>
                      </a:pPr>
                      <a:r>
                        <a:rPr lang="de-CH" sz="2000" b="1" noProof="0" dirty="0">
                          <a:solidFill>
                            <a:srgbClr val="FFFFFF"/>
                          </a:solidFill>
                          <a:latin typeface="Calibri" pitchFamily="34" charset="0"/>
                          <a:ea typeface="Calibri" pitchFamily="34" charset="-122"/>
                          <a:cs typeface="Calibri" pitchFamily="34" charset="-120"/>
                        </a:rPr>
                        <a:t>Schritt</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0B3D62"/>
                    </a:solidFill>
                  </a:tcPr>
                </a:tc>
                <a:tc>
                  <a:txBody>
                    <a:bodyPr/>
                    <a:lstStyle/>
                    <a:p>
                      <a:pPr marL="0" indent="0">
                        <a:buNone/>
                      </a:pPr>
                      <a:r>
                        <a:rPr lang="de-CH" sz="2000" b="1" noProof="0" dirty="0">
                          <a:solidFill>
                            <a:srgbClr val="FFFFFF"/>
                          </a:solidFill>
                          <a:latin typeface="Calibri" pitchFamily="34" charset="0"/>
                          <a:ea typeface="Calibri" pitchFamily="34" charset="-122"/>
                          <a:cs typeface="Calibri" pitchFamily="34" charset="-120"/>
                        </a:rPr>
                        <a:t>Was geändert wurde</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0B3D62"/>
                    </a:solidFill>
                  </a:tcPr>
                </a:tc>
                <a:tc>
                  <a:txBody>
                    <a:bodyPr/>
                    <a:lstStyle/>
                    <a:p>
                      <a:pPr marL="0" indent="0" algn="ctr">
                        <a:buNone/>
                      </a:pPr>
                      <a:r>
                        <a:rPr lang="de-CH" sz="2000" b="1" noProof="0" dirty="0">
                          <a:solidFill>
                            <a:srgbClr val="FFFFFF"/>
                          </a:solidFill>
                          <a:latin typeface="Calibri" pitchFamily="34" charset="0"/>
                          <a:ea typeface="Calibri" pitchFamily="34" charset="-122"/>
                          <a:cs typeface="Calibri" pitchFamily="34" charset="-120"/>
                        </a:rPr>
                        <a:t>Laptop</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0B3D62"/>
                    </a:solidFill>
                  </a:tcPr>
                </a:tc>
                <a:tc>
                  <a:txBody>
                    <a:bodyPr/>
                    <a:lstStyle/>
                    <a:p>
                      <a:pPr marL="0" indent="0" algn="ctr">
                        <a:buNone/>
                      </a:pPr>
                      <a:r>
                        <a:rPr lang="de-CH" sz="2000" b="1" noProof="0" dirty="0">
                          <a:solidFill>
                            <a:srgbClr val="FFFFFF"/>
                          </a:solidFill>
                          <a:latin typeface="Calibri" pitchFamily="34" charset="0"/>
                          <a:ea typeface="Calibri" pitchFamily="34" charset="-122"/>
                          <a:cs typeface="Calibri" pitchFamily="34" charset="-120"/>
                        </a:rPr>
                        <a:t>Cluster</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0B3D62"/>
                    </a:solidFill>
                  </a:tcPr>
                </a:tc>
                <a:extLst>
                  <a:ext uri="{0D108BD9-81ED-4DB2-BD59-A6C34878D82A}">
                    <a16:rowId xmlns:a16="http://schemas.microsoft.com/office/drawing/2014/main" val="10000"/>
                  </a:ext>
                </a:extLst>
              </a:tr>
              <a:tr h="640080">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Baseline</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reines </a:t>
                      </a:r>
                      <a:r>
                        <a:rPr lang="de-CH" sz="2000" noProof="0" dirty="0" err="1">
                          <a:solidFill>
                            <a:srgbClr val="13293D"/>
                          </a:solidFill>
                          <a:latin typeface="Calibri" pitchFamily="34" charset="0"/>
                          <a:ea typeface="Calibri" pitchFamily="34" charset="-122"/>
                          <a:cs typeface="Calibri" pitchFamily="34" charset="-120"/>
                        </a:rPr>
                        <a:t>NumPy</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1.00×</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1.00×</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extLst>
                  <a:ext uri="{0D108BD9-81ED-4DB2-BD59-A6C34878D82A}">
                    <a16:rowId xmlns:a16="http://schemas.microsoft.com/office/drawing/2014/main" val="10001"/>
                  </a:ext>
                </a:extLst>
              </a:tr>
              <a:tr h="685800">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1</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@njit auf </a:t>
                      </a:r>
                      <a:r>
                        <a:rPr lang="de-CH" sz="2000" noProof="0" dirty="0" err="1">
                          <a:solidFill>
                            <a:srgbClr val="13293D"/>
                          </a:solidFill>
                          <a:latin typeface="Calibri" pitchFamily="34" charset="0"/>
                          <a:ea typeface="Calibri" pitchFamily="34" charset="-122"/>
                          <a:cs typeface="Calibri" pitchFamily="34" charset="-120"/>
                        </a:rPr>
                        <a:t>equilibrium</a:t>
                      </a:r>
                      <a:r>
                        <a:rPr lang="de-CH" sz="2000" noProof="0" dirty="0">
                          <a:solidFill>
                            <a:srgbClr val="13293D"/>
                          </a:solidFill>
                          <a:latin typeface="Calibri" pitchFamily="34" charset="0"/>
                          <a:ea typeface="Calibri" pitchFamily="34" charset="-122"/>
                          <a:cs typeface="Calibri" pitchFamily="34" charset="-120"/>
                        </a:rPr>
                        <a:t> (Array-Ausdrücke unverändert)</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1.59×</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0.85× ↓</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2</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Umbau zu explizitem Scalar-Loop mit prange</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1.38×</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1.47×</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extLst>
                  <a:ext uri="{0D108BD9-81ED-4DB2-BD59-A6C34878D82A}">
                    <a16:rowId xmlns:a16="http://schemas.microsoft.com/office/drawing/2014/main" val="10003"/>
                  </a:ext>
                </a:extLst>
              </a:tr>
              <a:tr h="685800">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3</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 </a:t>
                      </a:r>
                      <a:r>
                        <a:rPr lang="de-CH" sz="2000" noProof="0" dirty="0" err="1">
                          <a:solidFill>
                            <a:srgbClr val="13293D"/>
                          </a:solidFill>
                          <a:latin typeface="Calibri" pitchFamily="34" charset="0"/>
                          <a:ea typeface="Calibri" pitchFamily="34" charset="-122"/>
                          <a:cs typeface="Calibri" pitchFamily="34" charset="-120"/>
                        </a:rPr>
                        <a:t>macroscopic</a:t>
                      </a:r>
                      <a:r>
                        <a:rPr lang="de-CH" sz="2000" noProof="0" dirty="0">
                          <a:solidFill>
                            <a:srgbClr val="13293D"/>
                          </a:solidFill>
                          <a:latin typeface="Calibri" pitchFamily="34" charset="0"/>
                          <a:ea typeface="Calibri" pitchFamily="34" charset="-122"/>
                          <a:cs typeface="Calibri" pitchFamily="34" charset="-120"/>
                        </a:rPr>
                        <a:t> (inkl. Warm-up-Fix)</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1.84×</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1.46×</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4</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buNone/>
                      </a:pPr>
                      <a:r>
                        <a:rPr lang="de-CH" sz="2000" noProof="0" dirty="0">
                          <a:solidFill>
                            <a:srgbClr val="13293D"/>
                          </a:solidFill>
                          <a:latin typeface="Calibri" pitchFamily="34" charset="0"/>
                          <a:ea typeface="Calibri" pitchFamily="34" charset="-122"/>
                          <a:cs typeface="Calibri" pitchFamily="34" charset="-120"/>
                        </a:rPr>
                        <a:t>+ stream: </a:t>
                      </a:r>
                      <a:r>
                        <a:rPr lang="de-CH" sz="2000" noProof="0" dirty="0" err="1">
                          <a:solidFill>
                            <a:srgbClr val="13293D"/>
                          </a:solidFill>
                          <a:latin typeface="Calibri" pitchFamily="34" charset="0"/>
                          <a:ea typeface="Calibri" pitchFamily="34" charset="-122"/>
                          <a:cs typeface="Calibri" pitchFamily="34" charset="-120"/>
                        </a:rPr>
                        <a:t>np.roll</a:t>
                      </a:r>
                      <a:r>
                        <a:rPr lang="de-CH" sz="2000" noProof="0" dirty="0">
                          <a:solidFill>
                            <a:srgbClr val="13293D"/>
                          </a:solidFill>
                          <a:latin typeface="Calibri" pitchFamily="34" charset="0"/>
                          <a:ea typeface="Calibri" pitchFamily="34" charset="-122"/>
                          <a:cs typeface="Calibri" pitchFamily="34" charset="-120"/>
                        </a:rPr>
                        <a:t> → direkte Indexberechnung</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2.48×</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tc>
                  <a:txBody>
                    <a:bodyPr/>
                    <a:lstStyle/>
                    <a:p>
                      <a:pPr marL="0" indent="0" algn="ctr">
                        <a:buNone/>
                      </a:pPr>
                      <a:r>
                        <a:rPr lang="de-CH" sz="2000" b="1" noProof="0" dirty="0">
                          <a:solidFill>
                            <a:srgbClr val="13293D"/>
                          </a:solidFill>
                          <a:latin typeface="Calibri" pitchFamily="34" charset="0"/>
                          <a:ea typeface="Calibri" pitchFamily="34" charset="-122"/>
                          <a:cs typeface="Calibri" pitchFamily="34" charset="-120"/>
                        </a:rPr>
                        <a:t>1.98×</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1F5F8"/>
                    </a:solidFill>
                  </a:tcPr>
                </a:tc>
                <a:extLst>
                  <a:ext uri="{0D108BD9-81ED-4DB2-BD59-A6C34878D82A}">
                    <a16:rowId xmlns:a16="http://schemas.microsoft.com/office/drawing/2014/main" val="10005"/>
                  </a:ext>
                </a:extLst>
              </a:tr>
              <a:tr h="685800">
                <a:tc>
                  <a:txBody>
                    <a:bodyPr/>
                    <a:lstStyle/>
                    <a:p>
                      <a:pPr marL="0" indent="0">
                        <a:buNone/>
                      </a:pPr>
                      <a:r>
                        <a:rPr lang="de-CH" sz="2000" b="1" noProof="0" dirty="0">
                          <a:solidFill>
                            <a:srgbClr val="0B3D62"/>
                          </a:solidFill>
                          <a:latin typeface="Calibri" pitchFamily="34" charset="0"/>
                          <a:ea typeface="Calibri" pitchFamily="34" charset="-122"/>
                          <a:cs typeface="Calibri" pitchFamily="34" charset="-120"/>
                        </a:rPr>
                        <a:t>5</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CE7D2"/>
                    </a:solidFill>
                  </a:tcPr>
                </a:tc>
                <a:tc>
                  <a:txBody>
                    <a:bodyPr/>
                    <a:lstStyle/>
                    <a:p>
                      <a:pPr marL="0" indent="0">
                        <a:buNone/>
                      </a:pPr>
                      <a:r>
                        <a:rPr lang="de-CH" sz="2000" b="1" noProof="0" dirty="0">
                          <a:solidFill>
                            <a:srgbClr val="0B3D62"/>
                          </a:solidFill>
                          <a:latin typeface="Calibri" pitchFamily="34" charset="0"/>
                          <a:ea typeface="Calibri" pitchFamily="34" charset="-122"/>
                          <a:cs typeface="Calibri" pitchFamily="34" charset="-120"/>
                        </a:rPr>
                        <a:t>+ </a:t>
                      </a:r>
                      <a:r>
                        <a:rPr lang="de-CH" sz="2000" b="1" noProof="0" dirty="0" err="1">
                          <a:solidFill>
                            <a:srgbClr val="0B3D62"/>
                          </a:solidFill>
                          <a:latin typeface="Calibri" pitchFamily="34" charset="0"/>
                          <a:ea typeface="Calibri" pitchFamily="34" charset="-122"/>
                          <a:cs typeface="Calibri" pitchFamily="34" charset="-120"/>
                        </a:rPr>
                        <a:t>collide_and_bounce</a:t>
                      </a:r>
                      <a:r>
                        <a:rPr lang="de-CH" sz="2000" b="1" noProof="0" dirty="0">
                          <a:solidFill>
                            <a:srgbClr val="0B3D62"/>
                          </a:solidFill>
                          <a:latin typeface="Calibri" pitchFamily="34" charset="0"/>
                          <a:ea typeface="Calibri" pitchFamily="34" charset="-122"/>
                          <a:cs typeface="Calibri" pitchFamily="34" charset="-120"/>
                        </a:rPr>
                        <a:t>: Fusion, kein Fancy-</a:t>
                      </a:r>
                      <a:r>
                        <a:rPr lang="de-CH" sz="2000" b="1" noProof="0" dirty="0" err="1">
                          <a:solidFill>
                            <a:srgbClr val="0B3D62"/>
                          </a:solidFill>
                          <a:latin typeface="Calibri" pitchFamily="34" charset="0"/>
                          <a:ea typeface="Calibri" pitchFamily="34" charset="-122"/>
                          <a:cs typeface="Calibri" pitchFamily="34" charset="-120"/>
                        </a:rPr>
                        <a:t>Indexing</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CE7D2"/>
                    </a:solidFill>
                  </a:tcPr>
                </a:tc>
                <a:tc>
                  <a:txBody>
                    <a:bodyPr/>
                    <a:lstStyle/>
                    <a:p>
                      <a:pPr marL="0" indent="0" algn="ctr">
                        <a:buNone/>
                      </a:pPr>
                      <a:r>
                        <a:rPr lang="de-CH" sz="2000" b="1" noProof="0" dirty="0">
                          <a:solidFill>
                            <a:srgbClr val="F2994A"/>
                          </a:solidFill>
                          <a:latin typeface="Calibri" pitchFamily="34" charset="0"/>
                          <a:ea typeface="Calibri" pitchFamily="34" charset="-122"/>
                          <a:cs typeface="Calibri" pitchFamily="34" charset="-120"/>
                        </a:rPr>
                        <a:t>8.49×</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CE7D2"/>
                    </a:solidFill>
                  </a:tcPr>
                </a:tc>
                <a:tc>
                  <a:txBody>
                    <a:bodyPr/>
                    <a:lstStyle/>
                    <a:p>
                      <a:pPr marL="0" indent="0" algn="ctr">
                        <a:buNone/>
                      </a:pPr>
                      <a:r>
                        <a:rPr lang="de-CH" sz="2000" b="1" noProof="0" dirty="0">
                          <a:solidFill>
                            <a:srgbClr val="F2994A"/>
                          </a:solidFill>
                          <a:latin typeface="Calibri" pitchFamily="34" charset="0"/>
                          <a:ea typeface="Calibri" pitchFamily="34" charset="-122"/>
                          <a:cs typeface="Calibri" pitchFamily="34" charset="-120"/>
                        </a:rPr>
                        <a:t>2.76×</a:t>
                      </a:r>
                      <a:endParaRPr lang="de-CH" sz="2000" noProof="0" dirty="0">
                        <a:latin typeface="Calibri" charset="0"/>
                        <a:ea typeface="Calibri" charset="0"/>
                        <a:cs typeface="Calibri" charset="0"/>
                      </a:endParaRPr>
                    </a:p>
                  </a:txBody>
                  <a:tcPr anchor="ctr">
                    <a:lnL w="9525" cap="flat" cmpd="sng" algn="ctr">
                      <a:solidFill>
                        <a:srgbClr val="E1E8EE"/>
                      </a:solidFill>
                      <a:prstDash val="solid"/>
                      <a:round/>
                      <a:headEnd type="none" w="med" len="med"/>
                      <a:tailEnd type="none" w="med" len="med"/>
                    </a:lnL>
                    <a:lnR w="9525" cap="flat" cmpd="sng" algn="ctr">
                      <a:solidFill>
                        <a:srgbClr val="E1E8EE"/>
                      </a:solidFill>
                      <a:prstDash val="solid"/>
                      <a:round/>
                      <a:headEnd type="none" w="med" len="med"/>
                      <a:tailEnd type="none" w="med" len="med"/>
                    </a:lnR>
                    <a:lnT w="9525" cap="flat" cmpd="sng" algn="ctr">
                      <a:solidFill>
                        <a:srgbClr val="E1E8EE"/>
                      </a:solidFill>
                      <a:prstDash val="solid"/>
                      <a:round/>
                      <a:headEnd type="none" w="med" len="med"/>
                      <a:tailEnd type="none" w="med" len="med"/>
                    </a:lnT>
                    <a:lnB w="9525" cap="flat" cmpd="sng" algn="ctr">
                      <a:solidFill>
                        <a:srgbClr val="E1E8EE"/>
                      </a:solidFill>
                      <a:prstDash val="solid"/>
                      <a:round/>
                      <a:headEnd type="none" w="med" len="med"/>
                      <a:tailEnd type="none" w="med" len="med"/>
                    </a:lnB>
                    <a:solidFill>
                      <a:srgbClr val="FCE7D2"/>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897880"/>
            <a:ext cx="10972800" cy="320040"/>
          </a:xfrm>
          <a:prstGeom prst="rect">
            <a:avLst/>
          </a:prstGeom>
          <a:noFill/>
          <a:ln/>
        </p:spPr>
        <p:txBody>
          <a:bodyPr wrap="square" lIns="0" tIns="0" rIns="0" bIns="0" rtlCol="0" anchor="ctr"/>
          <a:lstStyle/>
          <a:p>
            <a:pPr marL="0" indent="0">
              <a:buNone/>
            </a:pPr>
            <a:r>
              <a:rPr lang="de-CH" sz="1150" i="1" noProof="0" dirty="0" err="1">
                <a:solidFill>
                  <a:srgbClr val="5B7083"/>
                </a:solidFill>
                <a:latin typeface="Calibri" pitchFamily="34" charset="0"/>
                <a:ea typeface="Calibri" pitchFamily="34" charset="-122"/>
                <a:cs typeface="Calibri" pitchFamily="34" charset="-120"/>
              </a:rPr>
              <a:t>Speedup</a:t>
            </a:r>
            <a:r>
              <a:rPr lang="de-CH" sz="1150" i="1" noProof="0" dirty="0">
                <a:solidFill>
                  <a:srgbClr val="5B7083"/>
                </a:solidFill>
                <a:latin typeface="Calibri" pitchFamily="34" charset="0"/>
                <a:ea typeface="Calibri" pitchFamily="34" charset="-122"/>
                <a:cs typeface="Calibri" pitchFamily="34" charset="-120"/>
              </a:rPr>
              <a:t> jeweils relativ zur unveränderten Baseline (</a:t>
            </a:r>
            <a:r>
              <a:rPr lang="de-CH" sz="1150" i="1" noProof="0" dirty="0" err="1">
                <a:solidFill>
                  <a:srgbClr val="5B7083"/>
                </a:solidFill>
                <a:latin typeface="Calibri" pitchFamily="34" charset="0"/>
                <a:ea typeface="Calibri" pitchFamily="34" charset="-122"/>
                <a:cs typeface="Calibri" pitchFamily="34" charset="-120"/>
              </a:rPr>
              <a:t>cylinder</a:t>
            </a:r>
            <a:r>
              <a:rPr lang="de-CH" sz="1150" i="1" noProof="0" dirty="0">
                <a:solidFill>
                  <a:srgbClr val="5B7083"/>
                </a:solidFill>
                <a:latin typeface="Calibri" pitchFamily="34" charset="0"/>
                <a:ea typeface="Calibri" pitchFamily="34" charset="-122"/>
                <a:cs typeface="Calibri" pitchFamily="34" charset="-120"/>
              </a:rPr>
              <a:t>, </a:t>
            </a:r>
            <a:r>
              <a:rPr lang="de-CH" sz="1150" i="1" noProof="0" dirty="0" err="1">
                <a:solidFill>
                  <a:srgbClr val="5B7083"/>
                </a:solidFill>
                <a:latin typeface="Calibri" pitchFamily="34" charset="0"/>
                <a:ea typeface="Calibri" pitchFamily="34" charset="-122"/>
                <a:cs typeface="Calibri" pitchFamily="34" charset="-120"/>
              </a:rPr>
              <a:t>size</a:t>
            </a:r>
            <a:r>
              <a:rPr lang="de-CH" sz="1150" i="1" noProof="0" dirty="0">
                <a:solidFill>
                  <a:srgbClr val="5B7083"/>
                </a:solidFill>
                <a:latin typeface="Calibri" pitchFamily="34" charset="0"/>
                <a:ea typeface="Calibri" pitchFamily="34" charset="-122"/>
                <a:cs typeface="Calibri" pitchFamily="34" charset="-120"/>
              </a:rPr>
              <a:t> = small).</a:t>
            </a:r>
            <a:endParaRPr lang="de-CH" sz="1150" noProof="0" dirty="0"/>
          </a:p>
        </p:txBody>
      </p:sp>
      <p:sp>
        <p:nvSpPr>
          <p:cNvPr id="5" name="Text 2"/>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3" name="Text 3"/>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5</a:t>
            </a:r>
            <a:endParaRPr lang="de-CH" sz="10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Zwei Lektionen</a:t>
            </a:r>
            <a:endParaRPr lang="de-CH" sz="4000" noProof="0" dirty="0"/>
          </a:p>
        </p:txBody>
      </p:sp>
      <p:sp>
        <p:nvSpPr>
          <p:cNvPr id="3" name="Shape 1"/>
          <p:cNvSpPr/>
          <p:nvPr/>
        </p:nvSpPr>
        <p:spPr>
          <a:xfrm>
            <a:off x="548640" y="1371600"/>
            <a:ext cx="5349240" cy="4754880"/>
          </a:xfrm>
          <a:prstGeom prst="roundRect">
            <a:avLst>
              <a:gd name="adj" fmla="val 1731"/>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4" name="Shape 2"/>
          <p:cNvSpPr/>
          <p:nvPr/>
        </p:nvSpPr>
        <p:spPr>
          <a:xfrm>
            <a:off x="868680" y="1691640"/>
            <a:ext cx="548640" cy="548640"/>
          </a:xfrm>
          <a:prstGeom prst="ellipse">
            <a:avLst/>
          </a:prstGeom>
          <a:solidFill>
            <a:srgbClr val="1C7293"/>
          </a:solidFill>
          <a:ln/>
        </p:spPr>
        <p:txBody>
          <a:bodyPr/>
          <a:lstStyle/>
          <a:p>
            <a:endParaRPr lang="de-CH" noProof="0" dirty="0"/>
          </a:p>
        </p:txBody>
      </p:sp>
      <p:sp>
        <p:nvSpPr>
          <p:cNvPr id="5" name="Text 3"/>
          <p:cNvSpPr txBox="1"/>
          <p:nvPr/>
        </p:nvSpPr>
        <p:spPr>
          <a:xfrm>
            <a:off x="868680" y="169164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A</a:t>
            </a:r>
            <a:endParaRPr lang="de-CH" sz="2000" noProof="0" dirty="0"/>
          </a:p>
        </p:txBody>
      </p:sp>
      <p:sp>
        <p:nvSpPr>
          <p:cNvPr id="6" name="Text 4"/>
          <p:cNvSpPr txBox="1"/>
          <p:nvPr/>
        </p:nvSpPr>
        <p:spPr>
          <a:xfrm>
            <a:off x="1554480" y="1691640"/>
            <a:ext cx="4343400" cy="54864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Maschinenabhängiger Effekt</a:t>
            </a:r>
            <a:endParaRPr lang="de-CH" sz="2000" noProof="0" dirty="0"/>
          </a:p>
        </p:txBody>
      </p:sp>
      <p:sp>
        <p:nvSpPr>
          <p:cNvPr id="7" name="Text 5"/>
          <p:cNvSpPr txBox="1"/>
          <p:nvPr/>
        </p:nvSpPr>
        <p:spPr>
          <a:xfrm>
            <a:off x="868680" y="2423160"/>
            <a:ext cx="5029200" cy="2295144"/>
          </a:xfrm>
          <a:prstGeom prst="rect">
            <a:avLst/>
          </a:prstGeom>
          <a:noFill/>
          <a:ln/>
        </p:spPr>
        <p:txBody>
          <a:bodyPr wrap="square" lIns="0" tIns="0" rIns="0" bIns="0" rtlCol="0" anchor="ctr"/>
          <a:lstStyle/>
          <a:p>
            <a:pPr marL="285750" indent="-285750">
              <a:lnSpc>
                <a:spcPct val="128000"/>
              </a:lnSpc>
              <a:buFont typeface="Arial" panose="020B0604020202020204" pitchFamily="34" charset="0"/>
              <a:buChar char="•"/>
            </a:pPr>
            <a:r>
              <a:rPr lang="de-CH" sz="2000" noProof="0" dirty="0" err="1"/>
              <a:t>Dekorator</a:t>
            </a:r>
            <a:r>
              <a:rPr lang="de-CH" sz="2000" noProof="0" dirty="0"/>
              <a:t> @njit:</a:t>
            </a:r>
          </a:p>
          <a:p>
            <a:pPr marL="742950" lvl="1" indent="-285750">
              <a:lnSpc>
                <a:spcPct val="128000"/>
              </a:lnSpc>
              <a:buFont typeface="Arial" panose="020B0604020202020204" pitchFamily="34" charset="0"/>
              <a:buChar char="•"/>
            </a:pPr>
            <a:r>
              <a:rPr lang="de-CH" sz="2000" noProof="0" dirty="0"/>
              <a:t>Auf Laptop schneller</a:t>
            </a:r>
          </a:p>
          <a:p>
            <a:pPr marL="742950" lvl="1" indent="-285750">
              <a:lnSpc>
                <a:spcPct val="128000"/>
              </a:lnSpc>
              <a:buFont typeface="Arial" panose="020B0604020202020204" pitchFamily="34" charset="0"/>
              <a:buChar char="•"/>
            </a:pPr>
            <a:r>
              <a:rPr lang="de-CH" sz="2000" noProof="0" dirty="0"/>
              <a:t>Auf Cluster langsamer</a:t>
            </a:r>
          </a:p>
          <a:p>
            <a:pPr marL="285750" indent="-285750">
              <a:lnSpc>
                <a:spcPct val="128000"/>
              </a:lnSpc>
              <a:buFont typeface="Arial" panose="020B0604020202020204" pitchFamily="34" charset="0"/>
              <a:buChar char="•"/>
            </a:pPr>
            <a:r>
              <a:rPr lang="de-CH" sz="2000" noProof="0" dirty="0"/>
              <a:t>Code rechnet mit ganzen Array-Ausdrücken</a:t>
            </a:r>
          </a:p>
          <a:p>
            <a:pPr marL="285750" indent="-285750">
              <a:lnSpc>
                <a:spcPct val="128000"/>
              </a:lnSpc>
              <a:buFont typeface="Arial" panose="020B0604020202020204" pitchFamily="34" charset="0"/>
              <a:buChar char="•"/>
            </a:pPr>
            <a:r>
              <a:rPr lang="de-CH" sz="2000" noProof="0" dirty="0" err="1"/>
              <a:t>Numba</a:t>
            </a:r>
            <a:r>
              <a:rPr lang="de-CH" sz="2000" noProof="0" dirty="0"/>
              <a:t> Vorteil nur mit explizitem Scalar-Loop</a:t>
            </a:r>
          </a:p>
        </p:txBody>
      </p:sp>
      <p:sp>
        <p:nvSpPr>
          <p:cNvPr id="9" name="Text 7"/>
          <p:cNvSpPr txBox="1"/>
          <p:nvPr/>
        </p:nvSpPr>
        <p:spPr>
          <a:xfrm>
            <a:off x="868680" y="5120640"/>
            <a:ext cx="4709160" cy="822960"/>
          </a:xfrm>
          <a:prstGeom prst="rect">
            <a:avLst/>
          </a:prstGeom>
          <a:noFill/>
          <a:ln/>
        </p:spPr>
        <p:txBody>
          <a:bodyPr wrap="square" lIns="0" tIns="0" rIns="0" bIns="0" rtlCol="0" anchor="ctr"/>
          <a:lstStyle/>
          <a:p>
            <a:pPr marL="0" indent="0">
              <a:lnSpc>
                <a:spcPct val="125000"/>
              </a:lnSpc>
              <a:buNone/>
            </a:pPr>
            <a:r>
              <a:rPr lang="de-CH" sz="1600" b="1" noProof="0" dirty="0">
                <a:solidFill>
                  <a:srgbClr val="0B3D62"/>
                </a:solidFill>
                <a:latin typeface="Calibri" pitchFamily="34" charset="0"/>
                <a:ea typeface="Calibri" pitchFamily="34" charset="-122"/>
                <a:cs typeface="Calibri" pitchFamily="34" charset="-120"/>
              </a:rPr>
              <a:t>→ Konsequenz: </a:t>
            </a:r>
            <a:r>
              <a:rPr lang="de-CH" sz="1600" b="1" noProof="0" dirty="0" err="1">
                <a:solidFill>
                  <a:srgbClr val="0B3D62"/>
                </a:solidFill>
                <a:latin typeface="Calibri" pitchFamily="34" charset="0"/>
                <a:ea typeface="Calibri" pitchFamily="34" charset="-122"/>
                <a:cs typeface="Calibri" pitchFamily="34" charset="-120"/>
              </a:rPr>
              <a:t>Dekorator</a:t>
            </a:r>
            <a:r>
              <a:rPr lang="de-CH" sz="1600" b="1" noProof="0" dirty="0">
                <a:solidFill>
                  <a:srgbClr val="0B3D62"/>
                </a:solidFill>
                <a:latin typeface="Calibri" pitchFamily="34" charset="0"/>
                <a:ea typeface="Calibri" pitchFamily="34" charset="-122"/>
                <a:cs typeface="Calibri" pitchFamily="34" charset="-120"/>
              </a:rPr>
              <a:t> allein genügt nicht — die Rechenstruktur muss sich ändern.</a:t>
            </a:r>
            <a:endParaRPr lang="de-CH" sz="1600" noProof="0" dirty="0"/>
          </a:p>
        </p:txBody>
      </p:sp>
      <p:sp>
        <p:nvSpPr>
          <p:cNvPr id="10" name="Shape 8"/>
          <p:cNvSpPr/>
          <p:nvPr/>
        </p:nvSpPr>
        <p:spPr>
          <a:xfrm>
            <a:off x="6035040" y="1371600"/>
            <a:ext cx="5577840" cy="4754880"/>
          </a:xfrm>
          <a:prstGeom prst="roundRect">
            <a:avLst>
              <a:gd name="adj" fmla="val 1731"/>
            </a:avLst>
          </a:prstGeom>
          <a:solidFill>
            <a:srgbClr val="FCE7D2"/>
          </a:solidFill>
          <a:ln/>
          <a:effectLst>
            <a:outerShdw blurRad="101600" dist="38100" dir="5400000" algn="bl" rotWithShape="0">
              <a:srgbClr val="1B2A38">
                <a:alpha val="18000"/>
              </a:srgbClr>
            </a:outerShdw>
          </a:effectLst>
        </p:spPr>
        <p:txBody>
          <a:bodyPr/>
          <a:lstStyle/>
          <a:p>
            <a:endParaRPr lang="de-CH" noProof="0" dirty="0"/>
          </a:p>
        </p:txBody>
      </p:sp>
      <p:sp>
        <p:nvSpPr>
          <p:cNvPr id="11" name="Shape 9"/>
          <p:cNvSpPr/>
          <p:nvPr/>
        </p:nvSpPr>
        <p:spPr>
          <a:xfrm>
            <a:off x="6355080" y="1691640"/>
            <a:ext cx="548640" cy="548640"/>
          </a:xfrm>
          <a:prstGeom prst="ellipse">
            <a:avLst/>
          </a:prstGeom>
          <a:solidFill>
            <a:srgbClr val="F2994A"/>
          </a:solidFill>
          <a:ln/>
        </p:spPr>
        <p:txBody>
          <a:bodyPr/>
          <a:lstStyle/>
          <a:p>
            <a:endParaRPr lang="de-CH" noProof="0" dirty="0"/>
          </a:p>
        </p:txBody>
      </p:sp>
      <p:sp>
        <p:nvSpPr>
          <p:cNvPr id="12" name="Text 10"/>
          <p:cNvSpPr txBox="1"/>
          <p:nvPr/>
        </p:nvSpPr>
        <p:spPr>
          <a:xfrm>
            <a:off x="6355080" y="1691640"/>
            <a:ext cx="548640" cy="548640"/>
          </a:xfrm>
          <a:prstGeom prst="rect">
            <a:avLst/>
          </a:prstGeom>
          <a:noFill/>
          <a:ln/>
        </p:spPr>
        <p:txBody>
          <a:bodyPr wrap="square" lIns="0" tIns="0" rIns="0" bIns="0" rtlCol="0" anchor="ctr"/>
          <a:lstStyle/>
          <a:p>
            <a:pPr marL="0" indent="0" algn="ctr">
              <a:buNone/>
            </a:pPr>
            <a:r>
              <a:rPr lang="de-CH" sz="2000" b="1" noProof="0" dirty="0">
                <a:solidFill>
                  <a:srgbClr val="FFFFFF"/>
                </a:solidFill>
                <a:latin typeface="Cambria" pitchFamily="34" charset="0"/>
                <a:ea typeface="Cambria" pitchFamily="34" charset="-122"/>
                <a:cs typeface="Cambria" pitchFamily="34" charset="-120"/>
              </a:rPr>
              <a:t>B</a:t>
            </a:r>
            <a:endParaRPr lang="de-CH" sz="2000" noProof="0" dirty="0"/>
          </a:p>
        </p:txBody>
      </p:sp>
      <p:sp>
        <p:nvSpPr>
          <p:cNvPr id="13" name="Text 11"/>
          <p:cNvSpPr txBox="1"/>
          <p:nvPr/>
        </p:nvSpPr>
        <p:spPr>
          <a:xfrm>
            <a:off x="7086600" y="1691640"/>
            <a:ext cx="4297680" cy="54864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Mess-Fehler zuerst ausschliessen</a:t>
            </a:r>
            <a:endParaRPr lang="de-CH" sz="2000" noProof="0" dirty="0"/>
          </a:p>
        </p:txBody>
      </p:sp>
      <p:sp>
        <p:nvSpPr>
          <p:cNvPr id="14" name="Text 12"/>
          <p:cNvSpPr txBox="1"/>
          <p:nvPr/>
        </p:nvSpPr>
        <p:spPr>
          <a:xfrm>
            <a:off x="6355080" y="2447822"/>
            <a:ext cx="4937760" cy="1420090"/>
          </a:xfrm>
          <a:prstGeom prst="rect">
            <a:avLst/>
          </a:prstGeom>
          <a:noFill/>
          <a:ln/>
        </p:spPr>
        <p:txBody>
          <a:bodyPr wrap="square" lIns="0" tIns="0" rIns="0" bIns="0" rtlCol="0" anchor="ctr"/>
          <a:lstStyle/>
          <a:p>
            <a:pPr marL="285750" indent="-285750">
              <a:lnSpc>
                <a:spcPct val="128000"/>
              </a:lnSpc>
              <a:buFont typeface="Arial" panose="020B0604020202020204" pitchFamily="34" charset="0"/>
              <a:buChar char="•"/>
            </a:pPr>
            <a:r>
              <a:rPr lang="de-CH" sz="2000" noProof="0" dirty="0"/>
              <a:t>Warm-Up Fehler erst ausschliessen</a:t>
            </a:r>
          </a:p>
          <a:p>
            <a:pPr marL="742950" lvl="1" indent="-285750">
              <a:lnSpc>
                <a:spcPct val="128000"/>
              </a:lnSpc>
              <a:buFont typeface="Arial" panose="020B0604020202020204" pitchFamily="34" charset="0"/>
              <a:buChar char="•"/>
            </a:pPr>
            <a:r>
              <a:rPr lang="de-CH" sz="2000" dirty="0"/>
              <a:t>Ev. Zweites mal laufen lassen</a:t>
            </a:r>
            <a:endParaRPr lang="de-CH" sz="2000" noProof="0" dirty="0"/>
          </a:p>
          <a:p>
            <a:pPr marL="285750" indent="-285750">
              <a:lnSpc>
                <a:spcPct val="128000"/>
              </a:lnSpc>
              <a:buFont typeface="Arial" panose="020B0604020202020204" pitchFamily="34" charset="0"/>
              <a:buChar char="•"/>
            </a:pPr>
            <a:r>
              <a:rPr lang="de-CH" sz="2000" noProof="0" dirty="0"/>
              <a:t>Ausgabe auf Plausibilität</a:t>
            </a:r>
            <a:r>
              <a:rPr lang="de-CH" sz="2000" dirty="0"/>
              <a:t> prüfen</a:t>
            </a:r>
            <a:endParaRPr lang="de-CH" sz="2000" noProof="0" dirty="0"/>
          </a:p>
        </p:txBody>
      </p:sp>
      <p:sp>
        <p:nvSpPr>
          <p:cNvPr id="16" name="Text 14"/>
          <p:cNvSpPr txBox="1"/>
          <p:nvPr/>
        </p:nvSpPr>
        <p:spPr>
          <a:xfrm>
            <a:off x="6355080" y="5120640"/>
            <a:ext cx="4937760" cy="822960"/>
          </a:xfrm>
          <a:prstGeom prst="rect">
            <a:avLst/>
          </a:prstGeom>
          <a:noFill/>
          <a:ln/>
        </p:spPr>
        <p:txBody>
          <a:bodyPr wrap="square" lIns="0" tIns="0" rIns="0" bIns="0" rtlCol="0" anchor="ctr"/>
          <a:lstStyle/>
          <a:p>
            <a:pPr marL="0" indent="0">
              <a:lnSpc>
                <a:spcPct val="125000"/>
              </a:lnSpc>
              <a:buNone/>
            </a:pPr>
            <a:r>
              <a:rPr lang="de-CH" sz="1600" b="1" noProof="0" dirty="0">
                <a:solidFill>
                  <a:srgbClr val="0B3D62"/>
                </a:solidFill>
                <a:latin typeface="Calibri" pitchFamily="34" charset="0"/>
                <a:ea typeface="Calibri" pitchFamily="34" charset="-122"/>
                <a:cs typeface="Calibri" pitchFamily="34" charset="-120"/>
              </a:rPr>
              <a:t>→ Lehre: Unerwartetes Resultat → erst Messmethode prüfen, dann Physik/Code hinterfragen.</a:t>
            </a:r>
            <a:endParaRPr lang="de-CH" sz="1600" noProof="0" dirty="0"/>
          </a:p>
        </p:txBody>
      </p:sp>
      <p:sp>
        <p:nvSpPr>
          <p:cNvPr id="17" name="Text 15"/>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8" name="Text 16"/>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6</a:t>
            </a:r>
            <a:endParaRPr lang="de-CH" sz="10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Ergebnis: </a:t>
            </a:r>
            <a:r>
              <a:rPr lang="de-CH" sz="4000" b="1" noProof="0" dirty="0" err="1">
                <a:solidFill>
                  <a:srgbClr val="0B3D62"/>
                </a:solidFill>
                <a:latin typeface="Cambria" pitchFamily="34" charset="0"/>
                <a:ea typeface="Cambria" pitchFamily="34" charset="-122"/>
                <a:cs typeface="Cambria" pitchFamily="34" charset="-120"/>
              </a:rPr>
              <a:t>Speedup</a:t>
            </a:r>
            <a:r>
              <a:rPr lang="de-CH" sz="4000" b="1" noProof="0" dirty="0">
                <a:solidFill>
                  <a:srgbClr val="0B3D62"/>
                </a:solidFill>
                <a:latin typeface="Cambria" pitchFamily="34" charset="0"/>
                <a:ea typeface="Cambria" pitchFamily="34" charset="-122"/>
                <a:cs typeface="Cambria" pitchFamily="34" charset="-120"/>
              </a:rPr>
              <a:t>-Verlauf über alle Schritte</a:t>
            </a:r>
            <a:endParaRPr lang="de-CH" sz="4000" noProof="0" dirty="0"/>
          </a:p>
        </p:txBody>
      </p:sp>
      <p:pic>
        <p:nvPicPr>
          <p:cNvPr id="3" name="Image 0" descr="figures/speedup_progression.png"/>
          <p:cNvPicPr>
            <a:picLocks noChangeAspect="1"/>
          </p:cNvPicPr>
          <p:nvPr/>
        </p:nvPicPr>
        <p:blipFill>
          <a:blip r:embed="rId3"/>
          <a:stretch>
            <a:fillRect/>
          </a:stretch>
        </p:blipFill>
        <p:spPr>
          <a:xfrm>
            <a:off x="457200" y="1371600"/>
            <a:ext cx="7173310" cy="4160520"/>
          </a:xfrm>
          <a:prstGeom prst="rect">
            <a:avLst/>
          </a:prstGeom>
        </p:spPr>
      </p:pic>
      <p:sp>
        <p:nvSpPr>
          <p:cNvPr id="4" name="Shape 1"/>
          <p:cNvSpPr/>
          <p:nvPr/>
        </p:nvSpPr>
        <p:spPr>
          <a:xfrm>
            <a:off x="7589520" y="1371600"/>
            <a:ext cx="4023360" cy="1965960"/>
          </a:xfrm>
          <a:prstGeom prst="roundRect">
            <a:avLst>
              <a:gd name="adj" fmla="val 4186"/>
            </a:avLst>
          </a:prstGeom>
          <a:solidFill>
            <a:srgbClr val="1F77B4"/>
          </a:solidFill>
          <a:ln>
            <a:solidFill>
              <a:srgbClr val="1F77B4"/>
            </a:solidFill>
          </a:ln>
          <a:effectLst>
            <a:outerShdw blurRad="101600" dist="38100" dir="5400000" algn="bl" rotWithShape="0">
              <a:srgbClr val="1B2A38">
                <a:alpha val="18000"/>
              </a:srgbClr>
            </a:outerShdw>
          </a:effectLst>
        </p:spPr>
        <p:txBody>
          <a:bodyPr/>
          <a:lstStyle/>
          <a:p>
            <a:endParaRPr lang="de-CH" noProof="0" dirty="0"/>
          </a:p>
        </p:txBody>
      </p:sp>
      <p:sp>
        <p:nvSpPr>
          <p:cNvPr id="5" name="Text 2"/>
          <p:cNvSpPr txBox="1"/>
          <p:nvPr/>
        </p:nvSpPr>
        <p:spPr>
          <a:xfrm>
            <a:off x="7589520" y="1508760"/>
            <a:ext cx="4023360" cy="1005840"/>
          </a:xfrm>
          <a:prstGeom prst="rect">
            <a:avLst/>
          </a:prstGeom>
          <a:noFill/>
          <a:ln/>
        </p:spPr>
        <p:txBody>
          <a:bodyPr wrap="square" lIns="0" tIns="0" rIns="0" bIns="0" rtlCol="0" anchor="ctr"/>
          <a:lstStyle/>
          <a:p>
            <a:pPr marL="0" indent="0" algn="ctr">
              <a:buNone/>
            </a:pPr>
            <a:r>
              <a:rPr lang="de-CH" sz="4600" b="1" noProof="0" dirty="0">
                <a:solidFill>
                  <a:srgbClr val="FF7F0E"/>
                </a:solidFill>
                <a:latin typeface="Cambria" pitchFamily="34" charset="0"/>
                <a:ea typeface="Cambria" pitchFamily="34" charset="-122"/>
                <a:cs typeface="Cambria" pitchFamily="34" charset="-120"/>
              </a:rPr>
              <a:t>8.49×</a:t>
            </a:r>
            <a:endParaRPr lang="de-CH" sz="4600" noProof="0" dirty="0">
              <a:solidFill>
                <a:srgbClr val="FF7F0E"/>
              </a:solidFill>
            </a:endParaRPr>
          </a:p>
        </p:txBody>
      </p:sp>
      <p:sp>
        <p:nvSpPr>
          <p:cNvPr id="6" name="Text 3"/>
          <p:cNvSpPr txBox="1"/>
          <p:nvPr/>
        </p:nvSpPr>
        <p:spPr>
          <a:xfrm>
            <a:off x="7589520" y="2514600"/>
            <a:ext cx="4023360" cy="685800"/>
          </a:xfrm>
          <a:prstGeom prst="rect">
            <a:avLst/>
          </a:prstGeom>
          <a:noFill/>
          <a:ln/>
        </p:spPr>
        <p:txBody>
          <a:bodyPr wrap="square" lIns="0" tIns="0" rIns="0" bIns="0" rtlCol="0" anchor="ctr"/>
          <a:lstStyle/>
          <a:p>
            <a:pPr marL="0" indent="0" algn="ctr">
              <a:lnSpc>
                <a:spcPct val="120000"/>
              </a:lnSpc>
              <a:buNone/>
            </a:pPr>
            <a:r>
              <a:rPr lang="de-CH" sz="1600" b="1" dirty="0">
                <a:solidFill>
                  <a:srgbClr val="FF7F0E"/>
                </a:solidFill>
                <a:latin typeface="Cambria" pitchFamily="34" charset="0"/>
                <a:ea typeface="Cambria" pitchFamily="34" charset="-122"/>
              </a:rPr>
              <a:t>Laptop</a:t>
            </a:r>
            <a:r>
              <a:rPr lang="de-CH" sz="1600" noProof="0" dirty="0">
                <a:solidFill>
                  <a:srgbClr val="CADCFC"/>
                </a:solidFill>
                <a:latin typeface="Calibri" pitchFamily="34" charset="0"/>
                <a:ea typeface="Calibri" pitchFamily="34" charset="-122"/>
                <a:cs typeface="Calibri" pitchFamily="34" charset="-120"/>
              </a:rPr>
              <a:t> </a:t>
            </a:r>
            <a:r>
              <a:rPr lang="de-CH" sz="1600" noProof="0" dirty="0">
                <a:latin typeface="Calibri" pitchFamily="34" charset="0"/>
                <a:ea typeface="Calibri" pitchFamily="34" charset="-122"/>
                <a:cs typeface="Calibri" pitchFamily="34" charset="-120"/>
              </a:rPr>
              <a:t>— </a:t>
            </a:r>
            <a:r>
              <a:rPr lang="de-CH" sz="1600" noProof="0" dirty="0" err="1">
                <a:latin typeface="Calibri" pitchFamily="34" charset="0"/>
                <a:ea typeface="Calibri" pitchFamily="34" charset="-122"/>
                <a:cs typeface="Calibri" pitchFamily="34" charset="-120"/>
              </a:rPr>
              <a:t>cylinder</a:t>
            </a:r>
            <a:r>
              <a:rPr lang="de-CH" sz="1600" noProof="0" dirty="0">
                <a:latin typeface="Calibri" pitchFamily="34" charset="0"/>
                <a:ea typeface="Calibri" pitchFamily="34" charset="-122"/>
                <a:cs typeface="Calibri" pitchFamily="34" charset="-120"/>
              </a:rPr>
              <a:t>, small</a:t>
            </a:r>
            <a:endParaRPr lang="de-CH" sz="1600" noProof="0" dirty="0"/>
          </a:p>
          <a:p>
            <a:pPr marL="0" indent="0" algn="ctr">
              <a:lnSpc>
                <a:spcPct val="120000"/>
              </a:lnSpc>
              <a:buNone/>
            </a:pPr>
            <a:r>
              <a:rPr lang="de-CH" sz="1600" noProof="0" dirty="0">
                <a:latin typeface="Calibri" pitchFamily="34" charset="0"/>
                <a:ea typeface="Calibri" pitchFamily="34" charset="-122"/>
                <a:cs typeface="Calibri" pitchFamily="34" charset="-120"/>
              </a:rPr>
              <a:t>7.656 → 65.175 MLUPS</a:t>
            </a:r>
            <a:endParaRPr lang="de-CH" sz="1600" noProof="0" dirty="0"/>
          </a:p>
        </p:txBody>
      </p:sp>
      <p:sp>
        <p:nvSpPr>
          <p:cNvPr id="7" name="Shape 4"/>
          <p:cNvSpPr/>
          <p:nvPr/>
        </p:nvSpPr>
        <p:spPr>
          <a:xfrm>
            <a:off x="7589520" y="3566160"/>
            <a:ext cx="4023360" cy="1965960"/>
          </a:xfrm>
          <a:prstGeom prst="roundRect">
            <a:avLst>
              <a:gd name="adj" fmla="val 4186"/>
            </a:avLst>
          </a:prstGeom>
          <a:solidFill>
            <a:srgbClr val="FF7F0E"/>
          </a:solidFill>
          <a:ln>
            <a:solidFill>
              <a:srgbClr val="FF7F0E"/>
            </a:solidFill>
          </a:ln>
          <a:effectLst>
            <a:outerShdw blurRad="101600" dist="38100" dir="5400000" algn="bl" rotWithShape="0">
              <a:srgbClr val="1B2A38">
                <a:alpha val="18000"/>
              </a:srgbClr>
            </a:outerShdw>
          </a:effectLst>
        </p:spPr>
        <p:txBody>
          <a:bodyPr/>
          <a:lstStyle/>
          <a:p>
            <a:endParaRPr lang="de-CH" noProof="0" dirty="0"/>
          </a:p>
        </p:txBody>
      </p:sp>
      <p:sp>
        <p:nvSpPr>
          <p:cNvPr id="8" name="Text 5"/>
          <p:cNvSpPr txBox="1"/>
          <p:nvPr/>
        </p:nvSpPr>
        <p:spPr>
          <a:xfrm>
            <a:off x="7589520" y="3703320"/>
            <a:ext cx="4023360" cy="1005840"/>
          </a:xfrm>
          <a:prstGeom prst="rect">
            <a:avLst/>
          </a:prstGeom>
          <a:noFill/>
          <a:ln/>
        </p:spPr>
        <p:txBody>
          <a:bodyPr wrap="square" lIns="0" tIns="0" rIns="0" bIns="0" rtlCol="0" anchor="ctr"/>
          <a:lstStyle/>
          <a:p>
            <a:pPr marL="0" indent="0" algn="ctr">
              <a:buNone/>
            </a:pPr>
            <a:r>
              <a:rPr lang="de-CH" sz="4600" b="1" noProof="0" dirty="0">
                <a:solidFill>
                  <a:srgbClr val="1F77B4"/>
                </a:solidFill>
                <a:latin typeface="Cambria" pitchFamily="34" charset="0"/>
                <a:ea typeface="Cambria" pitchFamily="34" charset="-122"/>
                <a:cs typeface="Cambria" pitchFamily="34" charset="-120"/>
              </a:rPr>
              <a:t>2.76×</a:t>
            </a:r>
            <a:endParaRPr lang="de-CH" sz="4600" noProof="0" dirty="0">
              <a:solidFill>
                <a:srgbClr val="1F77B4"/>
              </a:solidFill>
            </a:endParaRPr>
          </a:p>
        </p:txBody>
      </p:sp>
      <p:sp>
        <p:nvSpPr>
          <p:cNvPr id="9" name="Text 6"/>
          <p:cNvSpPr txBox="1"/>
          <p:nvPr/>
        </p:nvSpPr>
        <p:spPr>
          <a:xfrm>
            <a:off x="7610015" y="4709160"/>
            <a:ext cx="4023360" cy="685800"/>
          </a:xfrm>
          <a:prstGeom prst="rect">
            <a:avLst/>
          </a:prstGeom>
          <a:noFill/>
          <a:ln/>
        </p:spPr>
        <p:txBody>
          <a:bodyPr wrap="square" lIns="0" tIns="0" rIns="0" bIns="0" rtlCol="0" anchor="ctr"/>
          <a:lstStyle/>
          <a:p>
            <a:pPr marL="0" indent="0" algn="ctr">
              <a:lnSpc>
                <a:spcPct val="120000"/>
              </a:lnSpc>
              <a:buNone/>
            </a:pPr>
            <a:r>
              <a:rPr lang="de-CH" sz="1600" b="1" noProof="0" dirty="0">
                <a:solidFill>
                  <a:srgbClr val="1F77B4"/>
                </a:solidFill>
                <a:latin typeface="Calibri" pitchFamily="34" charset="0"/>
                <a:ea typeface="Calibri" pitchFamily="34" charset="-122"/>
                <a:cs typeface="Calibri" pitchFamily="34" charset="-120"/>
              </a:rPr>
              <a:t>Cluster</a:t>
            </a:r>
            <a:r>
              <a:rPr lang="de-CH" sz="1600" noProof="0" dirty="0">
                <a:solidFill>
                  <a:srgbClr val="E5F2F7"/>
                </a:solidFill>
                <a:latin typeface="Calibri" pitchFamily="34" charset="0"/>
                <a:ea typeface="Calibri" pitchFamily="34" charset="-122"/>
                <a:cs typeface="Calibri" pitchFamily="34" charset="-120"/>
              </a:rPr>
              <a:t> </a:t>
            </a:r>
            <a:r>
              <a:rPr lang="de-CH" sz="1600" noProof="0" dirty="0">
                <a:latin typeface="Calibri" pitchFamily="34" charset="0"/>
                <a:ea typeface="Calibri" pitchFamily="34" charset="-122"/>
                <a:cs typeface="Calibri" pitchFamily="34" charset="-120"/>
              </a:rPr>
              <a:t>— </a:t>
            </a:r>
            <a:r>
              <a:rPr lang="de-CH" sz="1600" noProof="0" dirty="0" err="1">
                <a:latin typeface="Calibri" pitchFamily="34" charset="0"/>
                <a:ea typeface="Calibri" pitchFamily="34" charset="-122"/>
                <a:cs typeface="Calibri" pitchFamily="34" charset="-120"/>
              </a:rPr>
              <a:t>cylinder</a:t>
            </a:r>
            <a:r>
              <a:rPr lang="de-CH" sz="1600" noProof="0" dirty="0">
                <a:latin typeface="Calibri" pitchFamily="34" charset="0"/>
                <a:ea typeface="Calibri" pitchFamily="34" charset="-122"/>
                <a:cs typeface="Calibri" pitchFamily="34" charset="-120"/>
              </a:rPr>
              <a:t>, small</a:t>
            </a:r>
            <a:endParaRPr lang="de-CH" sz="1600" noProof="0" dirty="0"/>
          </a:p>
          <a:p>
            <a:pPr marL="0" indent="0" algn="ctr">
              <a:lnSpc>
                <a:spcPct val="120000"/>
              </a:lnSpc>
              <a:buNone/>
            </a:pPr>
            <a:r>
              <a:rPr lang="de-CH" sz="1600" noProof="0" dirty="0">
                <a:latin typeface="Calibri" pitchFamily="34" charset="0"/>
                <a:ea typeface="Calibri" pitchFamily="34" charset="-122"/>
                <a:cs typeface="Calibri" pitchFamily="34" charset="-120"/>
              </a:rPr>
              <a:t>14.344 → 39.633 MLUPS</a:t>
            </a:r>
            <a:endParaRPr lang="de-CH" sz="1600" noProof="0" dirty="0"/>
          </a:p>
        </p:txBody>
      </p:sp>
      <p:sp>
        <p:nvSpPr>
          <p:cNvPr id="10" name="Text 7"/>
          <p:cNvSpPr txBox="1"/>
          <p:nvPr/>
        </p:nvSpPr>
        <p:spPr>
          <a:xfrm>
            <a:off x="457200" y="5806440"/>
            <a:ext cx="11155680" cy="365760"/>
          </a:xfrm>
          <a:prstGeom prst="rect">
            <a:avLst/>
          </a:prstGeom>
          <a:noFill/>
          <a:ln/>
        </p:spPr>
        <p:txBody>
          <a:bodyPr wrap="square" lIns="0" tIns="0" rIns="0" bIns="0" rtlCol="0" anchor="ctr"/>
          <a:lstStyle/>
          <a:p>
            <a:pPr marL="0" indent="0">
              <a:buNone/>
            </a:pPr>
            <a:r>
              <a:rPr lang="de-CH" sz="1600" i="1" noProof="0" dirty="0">
                <a:solidFill>
                  <a:srgbClr val="5B7083"/>
                </a:solidFill>
                <a:latin typeface="Calibri" pitchFamily="34" charset="0"/>
                <a:ea typeface="Calibri" pitchFamily="34" charset="-122"/>
                <a:cs typeface="Calibri" pitchFamily="34" charset="-120"/>
              </a:rPr>
              <a:t>Zusätzlich verifiziert: </a:t>
            </a:r>
            <a:r>
              <a:rPr lang="de-CH" sz="1600" i="1" noProof="0" dirty="0" err="1">
                <a:solidFill>
                  <a:srgbClr val="5B7083"/>
                </a:solidFill>
                <a:latin typeface="Calibri" pitchFamily="34" charset="0"/>
                <a:ea typeface="Calibri" pitchFamily="34" charset="-122"/>
                <a:cs typeface="Calibri" pitchFamily="34" charset="-120"/>
              </a:rPr>
              <a:t>cavity</a:t>
            </a:r>
            <a:r>
              <a:rPr lang="de-CH" sz="1600" i="1" noProof="0" dirty="0">
                <a:solidFill>
                  <a:srgbClr val="5B7083"/>
                </a:solidFill>
                <a:latin typeface="Calibri" pitchFamily="34" charset="0"/>
                <a:ea typeface="Calibri" pitchFamily="34" charset="-122"/>
                <a:cs typeface="Calibri" pitchFamily="34" charset="-120"/>
              </a:rPr>
              <a:t>-Fall 7.46× (Laptop) / 2.52× (Cluster) — gleiches Muster, anderer Testfall.</a:t>
            </a:r>
            <a:endParaRPr lang="de-CH" sz="1600" noProof="0" dirty="0"/>
          </a:p>
        </p:txBody>
      </p:sp>
      <p:sp>
        <p:nvSpPr>
          <p:cNvPr id="11" name="Text 8"/>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2" name="Text 9"/>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7</a:t>
            </a:r>
            <a:endParaRPr lang="de-CH" sz="10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39" y="384048"/>
            <a:ext cx="11514051"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Stimmt's auch? Korrektheit &amp; Physik-Validierung</a:t>
            </a:r>
            <a:endParaRPr lang="de-CH" sz="4000" noProof="0" dirty="0"/>
          </a:p>
        </p:txBody>
      </p:sp>
      <p:sp>
        <p:nvSpPr>
          <p:cNvPr id="3" name="Shape 1"/>
          <p:cNvSpPr/>
          <p:nvPr/>
        </p:nvSpPr>
        <p:spPr>
          <a:xfrm>
            <a:off x="548640" y="1280160"/>
            <a:ext cx="4160520" cy="4937760"/>
          </a:xfrm>
          <a:prstGeom prst="roundRect">
            <a:avLst>
              <a:gd name="adj" fmla="val 1978"/>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4" name="Text 2"/>
          <p:cNvSpPr txBox="1"/>
          <p:nvPr/>
        </p:nvSpPr>
        <p:spPr>
          <a:xfrm>
            <a:off x="868680" y="1508760"/>
            <a:ext cx="3566160" cy="50292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1. Regressionstest gegen Baseline</a:t>
            </a:r>
            <a:endParaRPr lang="de-CH" sz="2000" noProof="0" dirty="0"/>
          </a:p>
        </p:txBody>
      </p:sp>
      <p:sp>
        <p:nvSpPr>
          <p:cNvPr id="5" name="Text 3"/>
          <p:cNvSpPr txBox="1"/>
          <p:nvPr/>
        </p:nvSpPr>
        <p:spPr>
          <a:xfrm>
            <a:off x="868680" y="2322576"/>
            <a:ext cx="3611880" cy="23774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de-CH" sz="2000" noProof="0" dirty="0">
                <a:solidFill>
                  <a:srgbClr val="13293D"/>
                </a:solidFill>
                <a:latin typeface="Calibri" pitchFamily="34" charset="0"/>
                <a:ea typeface="Calibri" pitchFamily="34" charset="-122"/>
                <a:cs typeface="Calibri" pitchFamily="34" charset="-120"/>
              </a:rPr>
              <a:t>validate.py</a:t>
            </a:r>
            <a:endParaRPr lang="de-CH" sz="2000" noProof="0" dirty="0"/>
          </a:p>
          <a:p>
            <a:pPr marL="342900" indent="-342900">
              <a:lnSpc>
                <a:spcPct val="125000"/>
              </a:lnSpc>
              <a:spcAft>
                <a:spcPts val="1200"/>
              </a:spcAft>
              <a:buSzPct val="100000"/>
              <a:buChar char="•"/>
            </a:pPr>
            <a:r>
              <a:rPr lang="de-CH" sz="2000" noProof="0" dirty="0">
                <a:solidFill>
                  <a:srgbClr val="13293D"/>
                </a:solidFill>
                <a:latin typeface="Calibri" pitchFamily="34" charset="0"/>
                <a:ea typeface="Calibri" pitchFamily="34" charset="-122"/>
                <a:cs typeface="Calibri" pitchFamily="34" charset="-120"/>
              </a:rPr>
              <a:t>PASS auf beiden Maschinen, beiden Fällen (</a:t>
            </a:r>
            <a:r>
              <a:rPr lang="de-CH" sz="2000" noProof="0" dirty="0" err="1">
                <a:solidFill>
                  <a:srgbClr val="13293D"/>
                </a:solidFill>
                <a:latin typeface="Calibri" pitchFamily="34" charset="0"/>
                <a:ea typeface="Calibri" pitchFamily="34" charset="-122"/>
                <a:cs typeface="Calibri" pitchFamily="34" charset="-120"/>
              </a:rPr>
              <a:t>cylinder</a:t>
            </a:r>
            <a:r>
              <a:rPr lang="de-CH" sz="2000" noProof="0" dirty="0">
                <a:solidFill>
                  <a:srgbClr val="13293D"/>
                </a:solidFill>
                <a:latin typeface="Calibri" pitchFamily="34" charset="0"/>
                <a:ea typeface="Calibri" pitchFamily="34" charset="-122"/>
                <a:cs typeface="Calibri" pitchFamily="34" charset="-120"/>
              </a:rPr>
              <a:t> / </a:t>
            </a:r>
            <a:r>
              <a:rPr lang="de-CH" sz="2000" noProof="0" dirty="0" err="1">
                <a:solidFill>
                  <a:srgbClr val="13293D"/>
                </a:solidFill>
                <a:latin typeface="Calibri" pitchFamily="34" charset="0"/>
                <a:ea typeface="Calibri" pitchFamily="34" charset="-122"/>
                <a:cs typeface="Calibri" pitchFamily="34" charset="-120"/>
              </a:rPr>
              <a:t>cavity</a:t>
            </a:r>
            <a:r>
              <a:rPr lang="de-CH" sz="2000" noProof="0" dirty="0">
                <a:solidFill>
                  <a:srgbClr val="13293D"/>
                </a:solidFill>
                <a:latin typeface="Calibri" pitchFamily="34" charset="0"/>
                <a:ea typeface="Calibri" pitchFamily="34" charset="-122"/>
                <a:cs typeface="Calibri" pitchFamily="34" charset="-120"/>
              </a:rPr>
              <a:t>), beiden Grössen</a:t>
            </a:r>
            <a:endParaRPr lang="de-CH" sz="2000" noProof="0" dirty="0"/>
          </a:p>
          <a:p>
            <a:pPr marL="342900" indent="-342900">
              <a:lnSpc>
                <a:spcPct val="125000"/>
              </a:lnSpc>
              <a:spcAft>
                <a:spcPts val="1200"/>
              </a:spcAft>
              <a:buSzPct val="100000"/>
              <a:buChar char="•"/>
            </a:pPr>
            <a:r>
              <a:rPr lang="de-CH" sz="2000" noProof="0" dirty="0">
                <a:solidFill>
                  <a:srgbClr val="13293D"/>
                </a:solidFill>
                <a:latin typeface="Calibri" pitchFamily="34" charset="0"/>
                <a:ea typeface="Calibri" pitchFamily="34" charset="-122"/>
                <a:cs typeface="Calibri" pitchFamily="34" charset="-120"/>
              </a:rPr>
              <a:t>Alle schritte bit-identisch</a:t>
            </a:r>
            <a:endParaRPr lang="de-CH" sz="2000" noProof="0" dirty="0"/>
          </a:p>
        </p:txBody>
      </p:sp>
      <p:sp>
        <p:nvSpPr>
          <p:cNvPr id="6" name="Text 4"/>
          <p:cNvSpPr txBox="1"/>
          <p:nvPr/>
        </p:nvSpPr>
        <p:spPr>
          <a:xfrm>
            <a:off x="868680" y="5349240"/>
            <a:ext cx="3611880" cy="777240"/>
          </a:xfrm>
          <a:prstGeom prst="rect">
            <a:avLst/>
          </a:prstGeom>
          <a:noFill/>
          <a:ln/>
        </p:spPr>
        <p:txBody>
          <a:bodyPr wrap="square" lIns="0" tIns="0" rIns="0" bIns="0" rtlCol="0" anchor="ctr"/>
          <a:lstStyle/>
          <a:p>
            <a:pPr marL="0" indent="0">
              <a:lnSpc>
                <a:spcPct val="120000"/>
              </a:lnSpc>
              <a:buNone/>
            </a:pPr>
            <a:r>
              <a:rPr lang="de-CH" sz="1200" i="1" noProof="0" dirty="0">
                <a:solidFill>
                  <a:srgbClr val="5B7083"/>
                </a:solidFill>
                <a:latin typeface="Calibri" pitchFamily="34" charset="0"/>
                <a:ea typeface="Calibri" pitchFamily="34" charset="-122"/>
                <a:cs typeface="Calibri" pitchFamily="34" charset="-120"/>
              </a:rPr>
              <a:t>Prüft nur: hat die Optimierung etwas kaputt gemacht — nicht, ob die Physik selbst stimmt.</a:t>
            </a:r>
            <a:endParaRPr lang="de-CH" sz="1200" noProof="0" dirty="0"/>
          </a:p>
        </p:txBody>
      </p:sp>
      <p:pic>
        <p:nvPicPr>
          <p:cNvPr id="7" name="Image 0" descr="figures/ghia_validation.png"/>
          <p:cNvPicPr>
            <a:picLocks noChangeAspect="1"/>
          </p:cNvPicPr>
          <p:nvPr/>
        </p:nvPicPr>
        <p:blipFill>
          <a:blip r:embed="rId3"/>
          <a:stretch>
            <a:fillRect/>
          </a:stretch>
        </p:blipFill>
        <p:spPr>
          <a:xfrm>
            <a:off x="4937760" y="1280160"/>
            <a:ext cx="6675120" cy="3063240"/>
          </a:xfrm>
          <a:prstGeom prst="rect">
            <a:avLst/>
          </a:prstGeom>
        </p:spPr>
      </p:pic>
      <p:sp>
        <p:nvSpPr>
          <p:cNvPr id="8" name="Shape 5"/>
          <p:cNvSpPr/>
          <p:nvPr/>
        </p:nvSpPr>
        <p:spPr>
          <a:xfrm>
            <a:off x="4937760" y="4343400"/>
            <a:ext cx="6675120" cy="1874520"/>
          </a:xfrm>
          <a:prstGeom prst="roundRect">
            <a:avLst>
              <a:gd name="adj" fmla="val 4737"/>
            </a:avLst>
          </a:prstGeom>
          <a:solidFill>
            <a:srgbClr val="FCE7D2"/>
          </a:solidFill>
          <a:ln/>
        </p:spPr>
        <p:txBody>
          <a:bodyPr/>
          <a:lstStyle/>
          <a:p>
            <a:endParaRPr lang="de-CH" noProof="0" dirty="0"/>
          </a:p>
        </p:txBody>
      </p:sp>
      <p:sp>
        <p:nvSpPr>
          <p:cNvPr id="9" name="Text 6"/>
          <p:cNvSpPr txBox="1"/>
          <p:nvPr/>
        </p:nvSpPr>
        <p:spPr>
          <a:xfrm>
            <a:off x="5166360" y="4489704"/>
            <a:ext cx="621792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2. Unabhängige Referenz: Ghia, Ghia &amp; Shin (1982)</a:t>
            </a:r>
            <a:endParaRPr lang="de-CH" sz="2000" noProof="0" dirty="0"/>
          </a:p>
        </p:txBody>
      </p:sp>
      <p:sp>
        <p:nvSpPr>
          <p:cNvPr id="10" name="Text 7"/>
          <p:cNvSpPr txBox="1"/>
          <p:nvPr/>
        </p:nvSpPr>
        <p:spPr>
          <a:xfrm>
            <a:off x="5212080" y="4983480"/>
            <a:ext cx="6263640" cy="1143000"/>
          </a:xfrm>
          <a:prstGeom prst="rect">
            <a:avLst/>
          </a:prstGeom>
          <a:noFill/>
          <a:ln/>
        </p:spPr>
        <p:txBody>
          <a:bodyPr wrap="square" lIns="0" tIns="0" rIns="0" bIns="0" rtlCol="0" anchor="ctr"/>
          <a:lstStyle/>
          <a:p>
            <a:pPr marL="285750" indent="-285750">
              <a:lnSpc>
                <a:spcPct val="125000"/>
              </a:lnSpc>
              <a:buFont typeface="Arial" panose="020B0604020202020204" pitchFamily="34" charset="0"/>
              <a:buChar char="•"/>
            </a:pPr>
            <a:r>
              <a:rPr lang="de-CH" sz="2000" noProof="0" dirty="0">
                <a:solidFill>
                  <a:srgbClr val="13293D"/>
                </a:solidFill>
                <a:latin typeface="Calibri" pitchFamily="34" charset="0"/>
                <a:ea typeface="Calibri" pitchFamily="34" charset="-122"/>
                <a:cs typeface="Calibri" pitchFamily="34" charset="-120"/>
              </a:rPr>
              <a:t>128x128- Gitter erstellt</a:t>
            </a:r>
          </a:p>
          <a:p>
            <a:pPr marL="285750" indent="-285750">
              <a:lnSpc>
                <a:spcPct val="125000"/>
              </a:lnSpc>
              <a:buFont typeface="Arial" panose="020B0604020202020204" pitchFamily="34" charset="0"/>
              <a:buChar char="•"/>
            </a:pPr>
            <a:r>
              <a:rPr lang="de-CH" sz="2000" noProof="0" dirty="0">
                <a:solidFill>
                  <a:srgbClr val="13293D"/>
                </a:solidFill>
                <a:latin typeface="Calibri" pitchFamily="34" charset="0"/>
                <a:ea typeface="Calibri" pitchFamily="34" charset="-122"/>
                <a:cs typeface="Calibri" pitchFamily="34" charset="-120"/>
              </a:rPr>
              <a:t>20’000 schritte </a:t>
            </a:r>
          </a:p>
          <a:p>
            <a:pPr marL="285750" indent="-285750">
              <a:lnSpc>
                <a:spcPct val="125000"/>
              </a:lnSpc>
              <a:buFont typeface="Arial" panose="020B0604020202020204" pitchFamily="34" charset="0"/>
              <a:buChar char="•"/>
            </a:pPr>
            <a:r>
              <a:rPr lang="de-CH" sz="2000" noProof="0" dirty="0">
                <a:solidFill>
                  <a:srgbClr val="13293D"/>
                </a:solidFill>
                <a:latin typeface="Calibri" pitchFamily="34" charset="0"/>
                <a:ea typeface="Calibri" pitchFamily="34" charset="-122"/>
                <a:cs typeface="Calibri" pitchFamily="34" charset="-120"/>
              </a:rPr>
              <a:t>Abweichung zur Literatur: max. 2%, im Mittel unter 1%</a:t>
            </a:r>
            <a:endParaRPr lang="de-CH" sz="2000" noProof="0" dirty="0"/>
          </a:p>
        </p:txBody>
      </p:sp>
      <p:sp>
        <p:nvSpPr>
          <p:cNvPr id="11" name="Text 8"/>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2" name="Text 9"/>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8</a:t>
            </a:r>
            <a:endParaRPr lang="de-CH" sz="10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err="1">
                <a:solidFill>
                  <a:srgbClr val="0B3D62"/>
                </a:solidFill>
                <a:latin typeface="Cambria" pitchFamily="34" charset="0"/>
                <a:ea typeface="Cambria" pitchFamily="34" charset="-122"/>
                <a:cs typeface="Cambria" pitchFamily="34" charset="-120"/>
              </a:rPr>
              <a:t>Roofline</a:t>
            </a:r>
            <a:r>
              <a:rPr lang="de-CH" sz="4000" b="1" noProof="0" dirty="0">
                <a:solidFill>
                  <a:srgbClr val="0B3D62"/>
                </a:solidFill>
                <a:latin typeface="Cambria" pitchFamily="34" charset="0"/>
                <a:ea typeface="Cambria" pitchFamily="34" charset="-122"/>
                <a:cs typeface="Cambria" pitchFamily="34" charset="-120"/>
              </a:rPr>
              <a:t>: speicherbandbreiten-limitiert</a:t>
            </a:r>
            <a:endParaRPr lang="de-CH" sz="4000" noProof="0" dirty="0"/>
          </a:p>
        </p:txBody>
      </p:sp>
      <p:pic>
        <p:nvPicPr>
          <p:cNvPr id="3" name="Image 0" descr="figures/roofline.png"/>
          <p:cNvPicPr>
            <a:picLocks noChangeAspect="1"/>
          </p:cNvPicPr>
          <p:nvPr/>
        </p:nvPicPr>
        <p:blipFill>
          <a:blip r:embed="rId3"/>
          <a:stretch>
            <a:fillRect/>
          </a:stretch>
        </p:blipFill>
        <p:spPr>
          <a:xfrm>
            <a:off x="365760" y="1234440"/>
            <a:ext cx="6492240" cy="5193792"/>
          </a:xfrm>
          <a:prstGeom prst="rect">
            <a:avLst/>
          </a:prstGeom>
        </p:spPr>
      </p:pic>
      <p:sp>
        <p:nvSpPr>
          <p:cNvPr id="4" name="Shape 1"/>
          <p:cNvSpPr/>
          <p:nvPr/>
        </p:nvSpPr>
        <p:spPr>
          <a:xfrm>
            <a:off x="7086600" y="1234440"/>
            <a:ext cx="4572000" cy="5212080"/>
          </a:xfrm>
          <a:prstGeom prst="roundRect">
            <a:avLst>
              <a:gd name="adj" fmla="val 1800"/>
            </a:avLst>
          </a:prstGeom>
          <a:solidFill>
            <a:srgbClr val="F1F5F8"/>
          </a:solidFill>
          <a:ln/>
          <a:effectLst>
            <a:outerShdw blurRad="101600" dist="38100" dir="5400000" algn="bl" rotWithShape="0">
              <a:srgbClr val="1B2A38">
                <a:alpha val="18000"/>
              </a:srgbClr>
            </a:outerShdw>
          </a:effectLst>
        </p:spPr>
        <p:txBody>
          <a:bodyPr/>
          <a:lstStyle/>
          <a:p>
            <a:endParaRPr lang="de-CH" noProof="0" dirty="0"/>
          </a:p>
        </p:txBody>
      </p:sp>
      <p:sp>
        <p:nvSpPr>
          <p:cNvPr id="5" name="Text 2"/>
          <p:cNvSpPr txBox="1"/>
          <p:nvPr/>
        </p:nvSpPr>
        <p:spPr>
          <a:xfrm>
            <a:off x="7406640" y="1463040"/>
            <a:ext cx="393192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Arithmetische Intensität</a:t>
            </a:r>
            <a:endParaRPr lang="de-CH" sz="2000" noProof="0" dirty="0"/>
          </a:p>
        </p:txBody>
      </p:sp>
      <p:sp>
        <p:nvSpPr>
          <p:cNvPr id="6" name="Text 3"/>
          <p:cNvSpPr txBox="1"/>
          <p:nvPr/>
        </p:nvSpPr>
        <p:spPr>
          <a:xfrm>
            <a:off x="7406640" y="1947948"/>
            <a:ext cx="3931920" cy="365760"/>
          </a:xfrm>
          <a:prstGeom prst="rect">
            <a:avLst/>
          </a:prstGeom>
          <a:noFill/>
          <a:ln/>
        </p:spPr>
        <p:txBody>
          <a:bodyPr wrap="square" lIns="0" tIns="0" rIns="0" bIns="0" rtlCol="0" anchor="ctr"/>
          <a:lstStyle/>
          <a:p>
            <a:pPr marL="0" indent="0">
              <a:buNone/>
            </a:pPr>
            <a:r>
              <a:rPr lang="de-CH" sz="1600" noProof="0" dirty="0">
                <a:solidFill>
                  <a:srgbClr val="13293D"/>
                </a:solidFill>
                <a:latin typeface="Calibri" pitchFamily="34" charset="0"/>
                <a:ea typeface="Calibri" pitchFamily="34" charset="-122"/>
                <a:cs typeface="Calibri" pitchFamily="34" charset="-120"/>
              </a:rPr>
              <a:t>AI = 177 FLOPs / 552 Bytes ≈ </a:t>
            </a:r>
            <a:r>
              <a:rPr lang="de-CH" sz="1600" b="1" noProof="0" dirty="0">
                <a:solidFill>
                  <a:srgbClr val="F2994A"/>
                </a:solidFill>
                <a:latin typeface="Calibri" pitchFamily="34" charset="0"/>
                <a:ea typeface="Calibri" pitchFamily="34" charset="-122"/>
                <a:cs typeface="Calibri" pitchFamily="34" charset="-120"/>
              </a:rPr>
              <a:t>0.32 FLOP/Byte</a:t>
            </a:r>
            <a:endParaRPr lang="de-CH" sz="1600" noProof="0" dirty="0"/>
          </a:p>
        </p:txBody>
      </p:sp>
      <p:sp>
        <p:nvSpPr>
          <p:cNvPr id="7" name="Text 4"/>
          <p:cNvSpPr txBox="1"/>
          <p:nvPr/>
        </p:nvSpPr>
        <p:spPr>
          <a:xfrm>
            <a:off x="7406640" y="2359428"/>
            <a:ext cx="3931920" cy="594360"/>
          </a:xfrm>
          <a:prstGeom prst="rect">
            <a:avLst/>
          </a:prstGeom>
          <a:noFill/>
          <a:ln/>
        </p:spPr>
        <p:txBody>
          <a:bodyPr wrap="square" lIns="0" tIns="0" rIns="0" bIns="0" rtlCol="0" anchor="ctr"/>
          <a:lstStyle/>
          <a:p>
            <a:pPr marL="0" indent="0">
              <a:lnSpc>
                <a:spcPct val="125000"/>
              </a:lnSpc>
              <a:buNone/>
            </a:pPr>
            <a:r>
              <a:rPr lang="de-CH" sz="1600" b="1" noProof="0" dirty="0">
                <a:solidFill>
                  <a:srgbClr val="FF7F0E"/>
                </a:solidFill>
                <a:latin typeface="Calibri" pitchFamily="34" charset="0"/>
                <a:ea typeface="Calibri" pitchFamily="34" charset="-122"/>
                <a:cs typeface="Calibri" pitchFamily="34" charset="-120"/>
              </a:rPr>
              <a:t>Sehr tief </a:t>
            </a:r>
            <a:r>
              <a:rPr lang="de-CH" sz="1600" noProof="0" dirty="0">
                <a:solidFill>
                  <a:srgbClr val="FF7F0E"/>
                </a:solidFill>
                <a:latin typeface="Calibri" pitchFamily="34" charset="0"/>
                <a:ea typeface="Calibri" pitchFamily="34" charset="-122"/>
                <a:cs typeface="Calibri" pitchFamily="34" charset="-120"/>
              </a:rPr>
              <a:t>→ Wartet meist auf Speicherzugriffe, nicht auf Rechenzeit.</a:t>
            </a:r>
            <a:endParaRPr lang="de-CH" sz="1600" noProof="0" dirty="0">
              <a:solidFill>
                <a:srgbClr val="FF7F0E"/>
              </a:solidFill>
            </a:endParaRPr>
          </a:p>
        </p:txBody>
      </p:sp>
      <p:sp>
        <p:nvSpPr>
          <p:cNvPr id="8" name="Text 5"/>
          <p:cNvSpPr txBox="1"/>
          <p:nvPr/>
        </p:nvSpPr>
        <p:spPr>
          <a:xfrm>
            <a:off x="7406640" y="3633308"/>
            <a:ext cx="4251960" cy="492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Gemessene Dächer </a:t>
            </a:r>
            <a:br>
              <a:rPr lang="de-CH" sz="2000" b="1" noProof="0" dirty="0">
                <a:solidFill>
                  <a:srgbClr val="0B3D62"/>
                </a:solidFill>
                <a:latin typeface="Cambria" pitchFamily="34" charset="0"/>
                <a:ea typeface="Cambria" pitchFamily="34" charset="-122"/>
                <a:cs typeface="Cambria" pitchFamily="34" charset="-120"/>
              </a:rPr>
            </a:br>
            <a:r>
              <a:rPr lang="de-CH" sz="1600" b="1" noProof="0" dirty="0">
                <a:solidFill>
                  <a:srgbClr val="0B3D62"/>
                </a:solidFill>
                <a:latin typeface="Cambria" pitchFamily="34" charset="0"/>
                <a:ea typeface="Cambria" pitchFamily="34" charset="-122"/>
                <a:cs typeface="Cambria" pitchFamily="34" charset="-120"/>
              </a:rPr>
              <a:t>(eigene Mikrobenchmarks)</a:t>
            </a:r>
            <a:endParaRPr lang="de-CH" sz="2000" noProof="0" dirty="0"/>
          </a:p>
        </p:txBody>
      </p:sp>
      <p:sp>
        <p:nvSpPr>
          <p:cNvPr id="9" name="Text 6"/>
          <p:cNvSpPr txBox="1"/>
          <p:nvPr/>
        </p:nvSpPr>
        <p:spPr>
          <a:xfrm>
            <a:off x="7406640" y="4227668"/>
            <a:ext cx="4023360" cy="1594012"/>
          </a:xfrm>
          <a:prstGeom prst="rect">
            <a:avLst/>
          </a:prstGeom>
          <a:noFill/>
          <a:ln/>
        </p:spPr>
        <p:txBody>
          <a:bodyPr wrap="square" lIns="0" tIns="0" rIns="0" bIns="0" rtlCol="0" anchor="ctr"/>
          <a:lstStyle/>
          <a:p>
            <a:pPr marL="342900" indent="-342900">
              <a:lnSpc>
                <a:spcPct val="122000"/>
              </a:lnSpc>
              <a:spcAft>
                <a:spcPts val="1200"/>
              </a:spcAft>
              <a:buSzPct val="100000"/>
              <a:buChar char="•"/>
            </a:pPr>
            <a:r>
              <a:rPr lang="de-CH" sz="1600" noProof="0" dirty="0">
                <a:solidFill>
                  <a:srgbClr val="13293D"/>
                </a:solidFill>
                <a:latin typeface="Calibri" pitchFamily="34" charset="0"/>
                <a:ea typeface="Calibri" pitchFamily="34" charset="-122"/>
                <a:cs typeface="Calibri" pitchFamily="34" charset="-120"/>
              </a:rPr>
              <a:t>Cluster: erreicht 67% seines Speicher-Dachs</a:t>
            </a:r>
            <a:endParaRPr lang="de-CH" sz="1600" noProof="0" dirty="0"/>
          </a:p>
          <a:p>
            <a:pPr marL="342900" indent="-342900">
              <a:lnSpc>
                <a:spcPct val="122000"/>
              </a:lnSpc>
              <a:spcAft>
                <a:spcPts val="1200"/>
              </a:spcAft>
              <a:buSzPct val="100000"/>
              <a:buChar char="•"/>
            </a:pPr>
            <a:r>
              <a:rPr lang="de-CH" sz="1600" noProof="0" dirty="0">
                <a:solidFill>
                  <a:srgbClr val="13293D"/>
                </a:solidFill>
                <a:latin typeface="Calibri" pitchFamily="34" charset="0"/>
                <a:ea typeface="Calibri" pitchFamily="34" charset="-122"/>
                <a:cs typeface="Calibri" pitchFamily="34" charset="-120"/>
              </a:rPr>
              <a:t>Laptop: nur 11% seines Rechen-Dachs </a:t>
            </a:r>
          </a:p>
          <a:p>
            <a:pPr marL="800100" lvl="1" indent="-342900">
              <a:lnSpc>
                <a:spcPct val="122000"/>
              </a:lnSpc>
              <a:spcAft>
                <a:spcPts val="1200"/>
              </a:spcAft>
              <a:buSzPct val="100000"/>
              <a:buChar char="•"/>
            </a:pPr>
            <a:r>
              <a:rPr lang="de-CH" sz="1600" dirty="0">
                <a:solidFill>
                  <a:srgbClr val="13293D"/>
                </a:solidFill>
                <a:latin typeface="Calibri" pitchFamily="34" charset="0"/>
                <a:ea typeface="Calibri" pitchFamily="34" charset="-122"/>
                <a:cs typeface="Calibri" pitchFamily="34" charset="-120"/>
              </a:rPr>
              <a:t>D</a:t>
            </a:r>
            <a:r>
              <a:rPr lang="de-CH" sz="1600" noProof="0" dirty="0" err="1">
                <a:solidFill>
                  <a:srgbClr val="13293D"/>
                </a:solidFill>
                <a:latin typeface="Calibri" pitchFamily="34" charset="0"/>
                <a:ea typeface="Calibri" pitchFamily="34" charset="-122"/>
                <a:cs typeface="Calibri" pitchFamily="34" charset="-120"/>
              </a:rPr>
              <a:t>eutliche</a:t>
            </a:r>
            <a:r>
              <a:rPr lang="de-CH" sz="1600" noProof="0" dirty="0">
                <a:solidFill>
                  <a:srgbClr val="13293D"/>
                </a:solidFill>
                <a:latin typeface="Calibri" pitchFamily="34" charset="0"/>
                <a:ea typeface="Calibri" pitchFamily="34" charset="-122"/>
                <a:cs typeface="Calibri" pitchFamily="34" charset="-120"/>
              </a:rPr>
              <a:t> Unterauslastung bei grösseren Problemen</a:t>
            </a:r>
            <a:endParaRPr lang="de-CH" sz="1600" noProof="0" dirty="0"/>
          </a:p>
        </p:txBody>
      </p:sp>
      <p:sp>
        <p:nvSpPr>
          <p:cNvPr id="12" name="Text 9"/>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3" name="Text 10"/>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9</a:t>
            </a:r>
            <a:endParaRPr lang="de-CH" sz="10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err="1">
                <a:solidFill>
                  <a:srgbClr val="0B3D62"/>
                </a:solidFill>
                <a:latin typeface="Cambria" pitchFamily="34" charset="0"/>
                <a:ea typeface="Cambria" pitchFamily="34" charset="-122"/>
                <a:cs typeface="Cambria" pitchFamily="34" charset="-120"/>
              </a:rPr>
              <a:t>Scaling</a:t>
            </a:r>
            <a:r>
              <a:rPr lang="de-CH" sz="4000" b="1" noProof="0" dirty="0">
                <a:solidFill>
                  <a:srgbClr val="0B3D62"/>
                </a:solidFill>
                <a:latin typeface="Cambria" pitchFamily="34" charset="0"/>
                <a:ea typeface="Cambria" pitchFamily="34" charset="-122"/>
                <a:cs typeface="Cambria" pitchFamily="34" charset="-120"/>
              </a:rPr>
              <a:t>-Studie: mehr Kerne ≠ mehr Durchsatz</a:t>
            </a:r>
            <a:endParaRPr lang="de-CH" sz="4000" noProof="0" dirty="0"/>
          </a:p>
        </p:txBody>
      </p:sp>
      <p:pic>
        <p:nvPicPr>
          <p:cNvPr id="3" name="Image 0" descr="figures/strong_scaling.png"/>
          <p:cNvPicPr>
            <a:picLocks noChangeAspect="1"/>
          </p:cNvPicPr>
          <p:nvPr/>
        </p:nvPicPr>
        <p:blipFill>
          <a:blip r:embed="rId3"/>
          <a:stretch>
            <a:fillRect/>
          </a:stretch>
        </p:blipFill>
        <p:spPr>
          <a:xfrm>
            <a:off x="411480" y="1234440"/>
            <a:ext cx="5760720" cy="2468880"/>
          </a:xfrm>
          <a:prstGeom prst="rect">
            <a:avLst/>
          </a:prstGeom>
        </p:spPr>
      </p:pic>
      <p:pic>
        <p:nvPicPr>
          <p:cNvPr id="4" name="Image 1" descr="figures/weak_scaling.png"/>
          <p:cNvPicPr>
            <a:picLocks noChangeAspect="1"/>
          </p:cNvPicPr>
          <p:nvPr/>
        </p:nvPicPr>
        <p:blipFill>
          <a:blip r:embed="rId4"/>
          <a:stretch>
            <a:fillRect/>
          </a:stretch>
        </p:blipFill>
        <p:spPr>
          <a:xfrm>
            <a:off x="411480" y="3886200"/>
            <a:ext cx="5760720" cy="2468880"/>
          </a:xfrm>
          <a:prstGeom prst="rect">
            <a:avLst/>
          </a:prstGeom>
        </p:spPr>
      </p:pic>
      <p:sp>
        <p:nvSpPr>
          <p:cNvPr id="5" name="Shape 1"/>
          <p:cNvSpPr/>
          <p:nvPr/>
        </p:nvSpPr>
        <p:spPr>
          <a:xfrm>
            <a:off x="6400800" y="1234440"/>
            <a:ext cx="5257800" cy="5120640"/>
          </a:xfrm>
          <a:prstGeom prst="roundRect">
            <a:avLst>
              <a:gd name="adj" fmla="val 1607"/>
            </a:avLst>
          </a:prstGeom>
          <a:solidFill>
            <a:srgbClr val="F1F5F8"/>
          </a:solidFill>
          <a:ln/>
          <a:effectLst>
            <a:outerShdw blurRad="101600" dist="38100" dir="5400000" algn="bl" rotWithShape="0">
              <a:srgbClr val="1B2A38">
                <a:alpha val="18000"/>
              </a:srgbClr>
            </a:outerShdw>
          </a:effectLst>
        </p:spPr>
        <p:txBody>
          <a:bodyPr/>
          <a:lstStyle/>
          <a:p>
            <a:endParaRPr lang="de-CH" noProof="0" dirty="0"/>
          </a:p>
        </p:txBody>
      </p:sp>
      <p:sp>
        <p:nvSpPr>
          <p:cNvPr id="6" name="Text 2"/>
          <p:cNvSpPr txBox="1"/>
          <p:nvPr/>
        </p:nvSpPr>
        <p:spPr>
          <a:xfrm>
            <a:off x="6720840" y="1463040"/>
            <a:ext cx="466344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Strong </a:t>
            </a:r>
            <a:r>
              <a:rPr lang="de-CH" sz="2000" b="1" noProof="0" dirty="0" err="1">
                <a:solidFill>
                  <a:srgbClr val="0B3D62"/>
                </a:solidFill>
                <a:latin typeface="Cambria" pitchFamily="34" charset="0"/>
                <a:ea typeface="Cambria" pitchFamily="34" charset="-122"/>
                <a:cs typeface="Cambria" pitchFamily="34" charset="-120"/>
              </a:rPr>
              <a:t>Scaling</a:t>
            </a:r>
            <a:r>
              <a:rPr lang="de-CH" sz="2000" b="1" noProof="0" dirty="0">
                <a:solidFill>
                  <a:srgbClr val="0B3D62"/>
                </a:solidFill>
                <a:latin typeface="Cambria" pitchFamily="34" charset="0"/>
                <a:ea typeface="Cambria" pitchFamily="34" charset="-122"/>
                <a:cs typeface="Cambria" pitchFamily="34" charset="-120"/>
              </a:rPr>
              <a:t> (Cluster)</a:t>
            </a:r>
            <a:endParaRPr lang="de-CH" sz="2000" noProof="0" dirty="0"/>
          </a:p>
        </p:txBody>
      </p:sp>
      <p:sp>
        <p:nvSpPr>
          <p:cNvPr id="7" name="Text 3"/>
          <p:cNvSpPr txBox="1"/>
          <p:nvPr/>
        </p:nvSpPr>
        <p:spPr>
          <a:xfrm>
            <a:off x="6720840" y="1874520"/>
            <a:ext cx="4663440" cy="868680"/>
          </a:xfrm>
          <a:prstGeom prst="rect">
            <a:avLst/>
          </a:prstGeom>
          <a:noFill/>
          <a:ln/>
        </p:spPr>
        <p:txBody>
          <a:bodyPr wrap="square" lIns="0" tIns="0" rIns="0" bIns="0" rtlCol="0" anchor="ctr"/>
          <a:lstStyle/>
          <a:p>
            <a:pPr marL="285750" indent="-285750">
              <a:lnSpc>
                <a:spcPct val="125000"/>
              </a:lnSpc>
              <a:buFont typeface="Arial" panose="020B0604020202020204" pitchFamily="34" charset="0"/>
              <a:buChar char="•"/>
            </a:pPr>
            <a:r>
              <a:rPr lang="de-CH" sz="1600" dirty="0">
                <a:solidFill>
                  <a:srgbClr val="13293D"/>
                </a:solidFill>
                <a:latin typeface="Calibri" pitchFamily="34" charset="0"/>
                <a:ea typeface="Calibri" pitchFamily="34" charset="-122"/>
                <a:cs typeface="Calibri" pitchFamily="34" charset="-120"/>
              </a:rPr>
              <a:t>Optimum bei 8 Threads</a:t>
            </a:r>
          </a:p>
          <a:p>
            <a:pPr marL="285750" indent="-285750">
              <a:lnSpc>
                <a:spcPct val="125000"/>
              </a:lnSpc>
              <a:buFont typeface="Arial" panose="020B0604020202020204" pitchFamily="34" charset="0"/>
              <a:buChar char="•"/>
            </a:pPr>
            <a:r>
              <a:rPr lang="de-CH" sz="1600" dirty="0">
                <a:solidFill>
                  <a:srgbClr val="13293D"/>
                </a:solidFill>
                <a:latin typeface="Calibri" pitchFamily="34" charset="0"/>
                <a:ea typeface="Calibri" pitchFamily="34" charset="-122"/>
                <a:cs typeface="Calibri" pitchFamily="34" charset="-120"/>
              </a:rPr>
              <a:t>D</a:t>
            </a:r>
            <a:r>
              <a:rPr lang="de-CH" sz="1600" noProof="0" dirty="0" err="1">
                <a:solidFill>
                  <a:srgbClr val="13293D"/>
                </a:solidFill>
                <a:latin typeface="Calibri" pitchFamily="34" charset="0"/>
                <a:ea typeface="Calibri" pitchFamily="34" charset="-122"/>
                <a:cs typeface="Calibri" pitchFamily="34" charset="-120"/>
              </a:rPr>
              <a:t>anach</a:t>
            </a:r>
            <a:r>
              <a:rPr lang="de-CH" sz="1600" noProof="0" dirty="0">
                <a:solidFill>
                  <a:srgbClr val="13293D"/>
                </a:solidFill>
                <a:latin typeface="Calibri" pitchFamily="34" charset="0"/>
                <a:ea typeface="Calibri" pitchFamily="34" charset="-122"/>
                <a:cs typeface="Calibri" pitchFamily="34" charset="-120"/>
              </a:rPr>
              <a:t> sinkt der </a:t>
            </a:r>
            <a:r>
              <a:rPr lang="de-CH" sz="1600" noProof="0" dirty="0" err="1">
                <a:solidFill>
                  <a:srgbClr val="13293D"/>
                </a:solidFill>
                <a:latin typeface="Calibri" pitchFamily="34" charset="0"/>
                <a:ea typeface="Calibri" pitchFamily="34" charset="-122"/>
                <a:cs typeface="Calibri" pitchFamily="34" charset="-120"/>
              </a:rPr>
              <a:t>Speedup</a:t>
            </a:r>
            <a:r>
              <a:rPr lang="de-CH" sz="1600" noProof="0" dirty="0">
                <a:solidFill>
                  <a:srgbClr val="13293D"/>
                </a:solidFill>
                <a:latin typeface="Calibri" pitchFamily="34" charset="0"/>
                <a:ea typeface="Calibri" pitchFamily="34" charset="-122"/>
                <a:cs typeface="Calibri" pitchFamily="34" charset="-120"/>
              </a:rPr>
              <a:t> wieder</a:t>
            </a:r>
            <a:endParaRPr lang="de-CH" sz="1600" noProof="0" dirty="0"/>
          </a:p>
        </p:txBody>
      </p:sp>
      <p:sp>
        <p:nvSpPr>
          <p:cNvPr id="8" name="Text 4"/>
          <p:cNvSpPr txBox="1"/>
          <p:nvPr/>
        </p:nvSpPr>
        <p:spPr>
          <a:xfrm>
            <a:off x="6720840" y="2880360"/>
            <a:ext cx="466344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Weak </a:t>
            </a:r>
            <a:r>
              <a:rPr lang="de-CH" sz="2000" b="1" noProof="0" dirty="0" err="1">
                <a:solidFill>
                  <a:srgbClr val="0B3D62"/>
                </a:solidFill>
                <a:latin typeface="Cambria" pitchFamily="34" charset="0"/>
                <a:ea typeface="Cambria" pitchFamily="34" charset="-122"/>
                <a:cs typeface="Cambria" pitchFamily="34" charset="-120"/>
              </a:rPr>
              <a:t>Scaling</a:t>
            </a:r>
            <a:r>
              <a:rPr lang="de-CH" sz="2000" b="1" noProof="0" dirty="0">
                <a:solidFill>
                  <a:srgbClr val="0B3D62"/>
                </a:solidFill>
                <a:latin typeface="Cambria" pitchFamily="34" charset="0"/>
                <a:ea typeface="Cambria" pitchFamily="34" charset="-122"/>
                <a:cs typeface="Cambria" pitchFamily="34" charset="-120"/>
              </a:rPr>
              <a:t> (Cluster)</a:t>
            </a:r>
            <a:endParaRPr lang="de-CH" sz="2000" noProof="0" dirty="0"/>
          </a:p>
        </p:txBody>
      </p:sp>
      <p:sp>
        <p:nvSpPr>
          <p:cNvPr id="9" name="Text 5"/>
          <p:cNvSpPr txBox="1"/>
          <p:nvPr/>
        </p:nvSpPr>
        <p:spPr>
          <a:xfrm>
            <a:off x="6720840" y="3291840"/>
            <a:ext cx="4663440" cy="777240"/>
          </a:xfrm>
          <a:prstGeom prst="rect">
            <a:avLst/>
          </a:prstGeom>
          <a:noFill/>
          <a:ln/>
        </p:spPr>
        <p:txBody>
          <a:bodyPr wrap="square" lIns="0" tIns="0" rIns="0" bIns="0" rtlCol="0" anchor="ctr"/>
          <a:lstStyle/>
          <a:p>
            <a:pPr marL="285750" indent="-285750">
              <a:lnSpc>
                <a:spcPct val="125000"/>
              </a:lnSpc>
              <a:buFont typeface="Arial" panose="020B0604020202020204" pitchFamily="34" charset="0"/>
              <a:buChar char="•"/>
            </a:pPr>
            <a:r>
              <a:rPr lang="de-CH" sz="1600" noProof="0" dirty="0">
                <a:solidFill>
                  <a:srgbClr val="13293D"/>
                </a:solidFill>
                <a:latin typeface="Calibri" pitchFamily="34" charset="0"/>
                <a:ea typeface="Calibri" pitchFamily="34" charset="-122"/>
                <a:cs typeface="Calibri" pitchFamily="34" charset="-120"/>
              </a:rPr>
              <a:t>Effizienz fällt bereits ab 8 Threads unter 20% </a:t>
            </a:r>
          </a:p>
          <a:p>
            <a:pPr marL="285750" indent="-285750">
              <a:lnSpc>
                <a:spcPct val="125000"/>
              </a:lnSpc>
              <a:buFont typeface="Arial" panose="020B0604020202020204" pitchFamily="34" charset="0"/>
              <a:buChar char="•"/>
            </a:pPr>
            <a:r>
              <a:rPr lang="de-CH" sz="1600" dirty="0">
                <a:solidFill>
                  <a:srgbClr val="13293D"/>
                </a:solidFill>
                <a:latin typeface="Calibri" pitchFamily="34" charset="0"/>
                <a:ea typeface="Calibri" pitchFamily="34" charset="-122"/>
                <a:cs typeface="Calibri" pitchFamily="34" charset="-120"/>
              </a:rPr>
              <a:t>D</a:t>
            </a:r>
            <a:r>
              <a:rPr lang="de-CH" sz="1600" noProof="0" dirty="0" err="1">
                <a:solidFill>
                  <a:srgbClr val="13293D"/>
                </a:solidFill>
                <a:latin typeface="Calibri" pitchFamily="34" charset="0"/>
                <a:ea typeface="Calibri" pitchFamily="34" charset="-122"/>
                <a:cs typeface="Calibri" pitchFamily="34" charset="-120"/>
              </a:rPr>
              <a:t>ie</a:t>
            </a:r>
            <a:r>
              <a:rPr lang="de-CH" sz="1600" noProof="0" dirty="0">
                <a:solidFill>
                  <a:srgbClr val="13293D"/>
                </a:solidFill>
                <a:latin typeface="Calibri" pitchFamily="34" charset="0"/>
                <a:ea typeface="Calibri" pitchFamily="34" charset="-122"/>
                <a:cs typeface="Calibri" pitchFamily="34" charset="-120"/>
              </a:rPr>
              <a:t> Laufzeit steigt steil an.</a:t>
            </a:r>
            <a:endParaRPr lang="de-CH" sz="1600" noProof="0" dirty="0"/>
          </a:p>
        </p:txBody>
      </p:sp>
      <p:sp>
        <p:nvSpPr>
          <p:cNvPr id="10" name="Shape 6"/>
          <p:cNvSpPr/>
          <p:nvPr/>
        </p:nvSpPr>
        <p:spPr>
          <a:xfrm>
            <a:off x="6400800" y="4297680"/>
            <a:ext cx="5257800" cy="1965960"/>
          </a:xfrm>
          <a:prstGeom prst="roundRect">
            <a:avLst>
              <a:gd name="adj" fmla="val 4186"/>
            </a:avLst>
          </a:prstGeom>
          <a:solidFill>
            <a:srgbClr val="0B3D62"/>
          </a:solidFill>
          <a:ln/>
        </p:spPr>
        <p:txBody>
          <a:bodyPr/>
          <a:lstStyle/>
          <a:p>
            <a:endParaRPr lang="de-CH" noProof="0" dirty="0"/>
          </a:p>
        </p:txBody>
      </p:sp>
      <p:sp>
        <p:nvSpPr>
          <p:cNvPr id="11" name="Text 7"/>
          <p:cNvSpPr txBox="1"/>
          <p:nvPr/>
        </p:nvSpPr>
        <p:spPr>
          <a:xfrm>
            <a:off x="6720840" y="4480560"/>
            <a:ext cx="4663440" cy="365760"/>
          </a:xfrm>
          <a:prstGeom prst="rect">
            <a:avLst/>
          </a:prstGeom>
          <a:noFill/>
          <a:ln/>
        </p:spPr>
        <p:txBody>
          <a:bodyPr wrap="square" lIns="0" tIns="0" rIns="0" bIns="0" rtlCol="0" anchor="ctr"/>
          <a:lstStyle/>
          <a:p>
            <a:pPr marL="0" indent="0">
              <a:buNone/>
            </a:pPr>
            <a:r>
              <a:rPr lang="de-CH" b="1" noProof="0" dirty="0">
                <a:solidFill>
                  <a:srgbClr val="F2994A"/>
                </a:solidFill>
                <a:latin typeface="Cambria" pitchFamily="34" charset="0"/>
                <a:ea typeface="Cambria" pitchFamily="34" charset="-122"/>
                <a:cs typeface="Cambria" pitchFamily="34" charset="-120"/>
              </a:rPr>
              <a:t>Beide Studien zeigen dasselbe Bild</a:t>
            </a:r>
            <a:endParaRPr lang="de-CH" noProof="0" dirty="0"/>
          </a:p>
        </p:txBody>
      </p:sp>
      <p:sp>
        <p:nvSpPr>
          <p:cNvPr id="12" name="Text 8"/>
          <p:cNvSpPr txBox="1"/>
          <p:nvPr/>
        </p:nvSpPr>
        <p:spPr>
          <a:xfrm>
            <a:off x="6720840" y="5020056"/>
            <a:ext cx="4663440" cy="842818"/>
          </a:xfrm>
          <a:prstGeom prst="rect">
            <a:avLst/>
          </a:prstGeom>
          <a:noFill/>
          <a:ln/>
        </p:spPr>
        <p:txBody>
          <a:bodyPr wrap="square" lIns="0" tIns="0" rIns="0" bIns="0" rtlCol="0" anchor="ctr"/>
          <a:lstStyle/>
          <a:p>
            <a:pPr marL="285750" indent="-285750">
              <a:lnSpc>
                <a:spcPct val="128000"/>
              </a:lnSpc>
              <a:buFont typeface="Arial" panose="020B0604020202020204" pitchFamily="34" charset="0"/>
              <a:buChar char="•"/>
            </a:pPr>
            <a:r>
              <a:rPr lang="de-DE" sz="1600" noProof="0" dirty="0">
                <a:solidFill>
                  <a:schemeClr val="bg1"/>
                </a:solidFill>
              </a:rPr>
              <a:t>Kernel ist speicherbandbreiten-limitiert</a:t>
            </a:r>
          </a:p>
          <a:p>
            <a:pPr marL="285750" indent="-285750">
              <a:lnSpc>
                <a:spcPct val="128000"/>
              </a:lnSpc>
              <a:buFont typeface="Arial" panose="020B0604020202020204" pitchFamily="34" charset="0"/>
              <a:buChar char="•"/>
            </a:pPr>
            <a:r>
              <a:rPr lang="de-DE" sz="1600" dirty="0">
                <a:solidFill>
                  <a:schemeClr val="bg1"/>
                </a:solidFill>
              </a:rPr>
              <a:t>Viele Kerne bringen keinen Zusatznutzen</a:t>
            </a:r>
            <a:endParaRPr lang="de-CH" sz="1600" noProof="0" dirty="0">
              <a:solidFill>
                <a:schemeClr val="bg1"/>
              </a:solidFill>
            </a:endParaRPr>
          </a:p>
        </p:txBody>
      </p:sp>
      <p:sp>
        <p:nvSpPr>
          <p:cNvPr id="13" name="Text 9"/>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4" name="Text 10"/>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10</a:t>
            </a:r>
            <a:endParaRPr lang="de-CH" sz="1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ctr"/>
          <a:lstStyle/>
          <a:p>
            <a:pPr marL="0" indent="0" algn="l">
              <a:buNone/>
            </a:pPr>
            <a:r>
              <a:rPr lang="de-CH" sz="4000" b="1" noProof="0" dirty="0">
                <a:solidFill>
                  <a:srgbClr val="0B3D62"/>
                </a:solidFill>
                <a:latin typeface="Cambria" pitchFamily="34" charset="0"/>
                <a:ea typeface="Cambria" pitchFamily="34" charset="-122"/>
                <a:cs typeface="Cambria" pitchFamily="34" charset="-120"/>
              </a:rPr>
              <a:t>Reflexion &amp; Fazit</a:t>
            </a:r>
            <a:endParaRPr lang="de-CH" sz="4000" noProof="0" dirty="0"/>
          </a:p>
        </p:txBody>
      </p:sp>
      <p:sp>
        <p:nvSpPr>
          <p:cNvPr id="3" name="Shape 1"/>
          <p:cNvSpPr/>
          <p:nvPr/>
        </p:nvSpPr>
        <p:spPr>
          <a:xfrm>
            <a:off x="548640" y="1280160"/>
            <a:ext cx="5349240" cy="3246120"/>
          </a:xfrm>
          <a:prstGeom prst="roundRect">
            <a:avLst>
              <a:gd name="adj" fmla="val 2535"/>
            </a:avLst>
          </a:prstGeom>
          <a:solidFill>
            <a:srgbClr val="DCEAF1"/>
          </a:solidFill>
          <a:ln/>
          <a:effectLst>
            <a:outerShdw blurRad="101600" dist="38100" dir="5400000" algn="bl" rotWithShape="0">
              <a:srgbClr val="1B2A38">
                <a:alpha val="18000"/>
              </a:srgbClr>
            </a:outerShdw>
          </a:effectLst>
        </p:spPr>
        <p:txBody>
          <a:bodyPr/>
          <a:lstStyle/>
          <a:p>
            <a:endParaRPr lang="de-CH" noProof="0" dirty="0"/>
          </a:p>
        </p:txBody>
      </p:sp>
      <p:sp>
        <p:nvSpPr>
          <p:cNvPr id="4" name="Text 2"/>
          <p:cNvSpPr txBox="1"/>
          <p:nvPr/>
        </p:nvSpPr>
        <p:spPr>
          <a:xfrm>
            <a:off x="868680" y="1508760"/>
            <a:ext cx="470916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Was gut funktioniert hat</a:t>
            </a:r>
            <a:endParaRPr lang="de-CH" sz="2000" noProof="0" dirty="0"/>
          </a:p>
        </p:txBody>
      </p:sp>
      <p:sp>
        <p:nvSpPr>
          <p:cNvPr id="5" name="Text 3"/>
          <p:cNvSpPr txBox="1"/>
          <p:nvPr/>
        </p:nvSpPr>
        <p:spPr>
          <a:xfrm>
            <a:off x="1005840" y="2163526"/>
            <a:ext cx="4709160" cy="1534622"/>
          </a:xfrm>
          <a:prstGeom prst="rect">
            <a:avLst/>
          </a:prstGeom>
          <a:noFill/>
          <a:ln/>
        </p:spPr>
        <p:txBody>
          <a:bodyPr wrap="square" lIns="0" tIns="0" rIns="0" bIns="0" rtlCol="0" anchor="ctr"/>
          <a:lstStyle/>
          <a:p>
            <a:pPr marL="342900" indent="-342900">
              <a:lnSpc>
                <a:spcPct val="130000"/>
              </a:lnSpc>
              <a:spcAft>
                <a:spcPts val="1400"/>
              </a:spcAft>
              <a:buSzPct val="100000"/>
              <a:buChar char="•"/>
            </a:pPr>
            <a:r>
              <a:rPr lang="de-CH" sz="1600" noProof="0" dirty="0">
                <a:solidFill>
                  <a:srgbClr val="13293D"/>
                </a:solidFill>
                <a:latin typeface="Calibri" pitchFamily="34" charset="0"/>
                <a:ea typeface="Calibri" pitchFamily="34" charset="-122"/>
                <a:cs typeface="Calibri" pitchFamily="34" charset="-120"/>
              </a:rPr>
              <a:t>Iteratives Vorgehen deckte 2 echte Mess-Fehler frühzeitig auf (fehlendes Warm-up)</a:t>
            </a:r>
            <a:endParaRPr lang="de-CH" sz="1600" noProof="0" dirty="0"/>
          </a:p>
          <a:p>
            <a:pPr marL="342900" indent="-342900">
              <a:lnSpc>
                <a:spcPct val="130000"/>
              </a:lnSpc>
              <a:spcAft>
                <a:spcPts val="1400"/>
              </a:spcAft>
              <a:buSzPct val="100000"/>
              <a:buChar char="•"/>
            </a:pPr>
            <a:r>
              <a:rPr lang="de-CH" sz="1600" noProof="0" dirty="0">
                <a:solidFill>
                  <a:srgbClr val="13293D"/>
                </a:solidFill>
                <a:latin typeface="Calibri" pitchFamily="34" charset="0"/>
                <a:ea typeface="Calibri" pitchFamily="34" charset="-122"/>
                <a:cs typeface="Calibri" pitchFamily="34" charset="-120"/>
              </a:rPr>
              <a:t>Zwei Maschinen konsequent zu messen.</a:t>
            </a:r>
            <a:endParaRPr lang="de-CH" sz="1600" noProof="0" dirty="0"/>
          </a:p>
        </p:txBody>
      </p:sp>
      <p:sp>
        <p:nvSpPr>
          <p:cNvPr id="6" name="Shape 4"/>
          <p:cNvSpPr/>
          <p:nvPr/>
        </p:nvSpPr>
        <p:spPr>
          <a:xfrm>
            <a:off x="6035040" y="1280160"/>
            <a:ext cx="5577840" cy="3246120"/>
          </a:xfrm>
          <a:prstGeom prst="roundRect">
            <a:avLst>
              <a:gd name="adj" fmla="val 2535"/>
            </a:avLst>
          </a:prstGeom>
          <a:solidFill>
            <a:srgbClr val="FCE7D2"/>
          </a:solidFill>
          <a:ln/>
          <a:effectLst>
            <a:outerShdw blurRad="101600" dist="38100" dir="5400000" algn="bl" rotWithShape="0">
              <a:srgbClr val="1B2A38">
                <a:alpha val="18000"/>
              </a:srgbClr>
            </a:outerShdw>
          </a:effectLst>
        </p:spPr>
        <p:txBody>
          <a:bodyPr/>
          <a:lstStyle/>
          <a:p>
            <a:endParaRPr lang="de-CH" noProof="0" dirty="0"/>
          </a:p>
        </p:txBody>
      </p:sp>
      <p:sp>
        <p:nvSpPr>
          <p:cNvPr id="7" name="Text 5"/>
          <p:cNvSpPr txBox="1"/>
          <p:nvPr/>
        </p:nvSpPr>
        <p:spPr>
          <a:xfrm>
            <a:off x="6355080" y="1508760"/>
            <a:ext cx="4937760" cy="365760"/>
          </a:xfrm>
          <a:prstGeom prst="rect">
            <a:avLst/>
          </a:prstGeom>
          <a:noFill/>
          <a:ln/>
        </p:spPr>
        <p:txBody>
          <a:bodyPr wrap="square" lIns="0" tIns="0" rIns="0" bIns="0" rtlCol="0" anchor="ctr"/>
          <a:lstStyle/>
          <a:p>
            <a:pPr marL="0" indent="0">
              <a:buNone/>
            </a:pPr>
            <a:r>
              <a:rPr lang="de-CH" sz="2000" b="1" noProof="0" dirty="0">
                <a:solidFill>
                  <a:srgbClr val="0B3D62"/>
                </a:solidFill>
                <a:latin typeface="Cambria" pitchFamily="34" charset="0"/>
                <a:ea typeface="Cambria" pitchFamily="34" charset="-122"/>
                <a:cs typeface="Cambria" pitchFamily="34" charset="-120"/>
              </a:rPr>
              <a:t>Bewusster Verzicht</a:t>
            </a:r>
            <a:endParaRPr lang="de-CH" sz="2000" noProof="0" dirty="0"/>
          </a:p>
        </p:txBody>
      </p:sp>
      <p:sp>
        <p:nvSpPr>
          <p:cNvPr id="8" name="Text 6"/>
          <p:cNvSpPr txBox="1"/>
          <p:nvPr/>
        </p:nvSpPr>
        <p:spPr>
          <a:xfrm>
            <a:off x="6355080" y="1965960"/>
            <a:ext cx="4937760" cy="2468880"/>
          </a:xfrm>
          <a:prstGeom prst="rect">
            <a:avLst/>
          </a:prstGeom>
          <a:noFill/>
          <a:ln/>
        </p:spPr>
        <p:txBody>
          <a:bodyPr wrap="square" lIns="0" tIns="0" rIns="0" bIns="0" rtlCol="0" anchor="ctr"/>
          <a:lstStyle/>
          <a:p>
            <a:pPr marL="285750" indent="-285750">
              <a:lnSpc>
                <a:spcPct val="130000"/>
              </a:lnSpc>
              <a:buFont typeface="Arial" panose="020B0604020202020204" pitchFamily="34" charset="0"/>
              <a:buChar char="•"/>
            </a:pPr>
            <a:r>
              <a:rPr lang="de-CH" sz="1600" noProof="0" dirty="0">
                <a:solidFill>
                  <a:srgbClr val="13293D"/>
                </a:solidFill>
                <a:latin typeface="Calibri" pitchFamily="34" charset="0"/>
                <a:ea typeface="Calibri" pitchFamily="34" charset="-122"/>
                <a:cs typeface="Calibri" pitchFamily="34" charset="-120"/>
              </a:rPr>
              <a:t>Keine vollständige Kernel-Fusion </a:t>
            </a:r>
          </a:p>
          <a:p>
            <a:pPr marL="285750" indent="-285750">
              <a:lnSpc>
                <a:spcPct val="130000"/>
              </a:lnSpc>
              <a:buFont typeface="Arial" panose="020B0604020202020204" pitchFamily="34" charset="0"/>
              <a:buChar char="•"/>
            </a:pPr>
            <a:r>
              <a:rPr lang="de-CH" sz="1600" noProof="0" dirty="0">
                <a:solidFill>
                  <a:srgbClr val="13293D"/>
                </a:solidFill>
                <a:latin typeface="Calibri" pitchFamily="34" charset="0"/>
                <a:ea typeface="Calibri" pitchFamily="34" charset="-122"/>
                <a:cs typeface="Calibri" pitchFamily="34" charset="-120"/>
              </a:rPr>
              <a:t>Bewusst gestoppt, um:</a:t>
            </a:r>
          </a:p>
          <a:p>
            <a:pPr marL="742950" lvl="1" indent="-285750">
              <a:lnSpc>
                <a:spcPct val="130000"/>
              </a:lnSpc>
              <a:buFont typeface="Arial" panose="020B0604020202020204" pitchFamily="34" charset="0"/>
              <a:buChar char="•"/>
            </a:pPr>
            <a:r>
              <a:rPr lang="de-CH" sz="1600" noProof="0" dirty="0" err="1">
                <a:solidFill>
                  <a:srgbClr val="13293D"/>
                </a:solidFill>
                <a:latin typeface="Calibri" pitchFamily="34" charset="0"/>
                <a:ea typeface="Calibri" pitchFamily="34" charset="-122"/>
                <a:cs typeface="Calibri" pitchFamily="34" charset="-120"/>
              </a:rPr>
              <a:t>Roofline</a:t>
            </a:r>
            <a:endParaRPr lang="de-CH" sz="1600" dirty="0">
              <a:solidFill>
                <a:srgbClr val="13293D"/>
              </a:solidFill>
              <a:latin typeface="Calibri" pitchFamily="34" charset="0"/>
              <a:ea typeface="Calibri" pitchFamily="34" charset="-122"/>
              <a:cs typeface="Calibri" pitchFamily="34" charset="-120"/>
            </a:endParaRPr>
          </a:p>
          <a:p>
            <a:pPr marL="742950" lvl="1" indent="-285750">
              <a:lnSpc>
                <a:spcPct val="130000"/>
              </a:lnSpc>
              <a:buFont typeface="Arial" panose="020B0604020202020204" pitchFamily="34" charset="0"/>
              <a:buChar char="•"/>
            </a:pPr>
            <a:r>
              <a:rPr lang="de-CH" sz="1600" noProof="0" dirty="0" err="1">
                <a:solidFill>
                  <a:srgbClr val="13293D"/>
                </a:solidFill>
                <a:latin typeface="Calibri" pitchFamily="34" charset="0"/>
                <a:ea typeface="Calibri" pitchFamily="34" charset="-122"/>
                <a:cs typeface="Calibri" pitchFamily="34" charset="-120"/>
              </a:rPr>
              <a:t>Scaling</a:t>
            </a:r>
            <a:r>
              <a:rPr lang="de-CH" sz="1600" noProof="0" dirty="0">
                <a:solidFill>
                  <a:srgbClr val="13293D"/>
                </a:solidFill>
                <a:latin typeface="Calibri" pitchFamily="34" charset="0"/>
                <a:ea typeface="Calibri" pitchFamily="34" charset="-122"/>
                <a:cs typeface="Calibri" pitchFamily="34" charset="-120"/>
              </a:rPr>
              <a:t>-Studie </a:t>
            </a:r>
          </a:p>
          <a:p>
            <a:pPr marL="742950" lvl="1" indent="-285750">
              <a:lnSpc>
                <a:spcPct val="130000"/>
              </a:lnSpc>
              <a:buFont typeface="Arial" panose="020B0604020202020204" pitchFamily="34" charset="0"/>
              <a:buChar char="•"/>
            </a:pPr>
            <a:r>
              <a:rPr lang="de-CH" sz="1600" noProof="0" dirty="0">
                <a:solidFill>
                  <a:srgbClr val="13293D"/>
                </a:solidFill>
                <a:latin typeface="Calibri" pitchFamily="34" charset="0"/>
                <a:ea typeface="Calibri" pitchFamily="34" charset="-122"/>
                <a:cs typeface="Calibri" pitchFamily="34" charset="-120"/>
              </a:rPr>
              <a:t>Physik-Validierung sauber fertigzustellen</a:t>
            </a:r>
            <a:endParaRPr lang="de-CH" sz="1600" noProof="0" dirty="0"/>
          </a:p>
        </p:txBody>
      </p:sp>
      <p:sp>
        <p:nvSpPr>
          <p:cNvPr id="9" name="Shape 7"/>
          <p:cNvSpPr/>
          <p:nvPr/>
        </p:nvSpPr>
        <p:spPr>
          <a:xfrm>
            <a:off x="548640" y="4617720"/>
            <a:ext cx="11064240" cy="1691640"/>
          </a:xfrm>
          <a:prstGeom prst="roundRect">
            <a:avLst>
              <a:gd name="adj" fmla="val 5294"/>
            </a:avLst>
          </a:prstGeom>
          <a:solidFill>
            <a:srgbClr val="0B3D62"/>
          </a:solidFill>
          <a:ln/>
        </p:spPr>
        <p:txBody>
          <a:bodyPr/>
          <a:lstStyle/>
          <a:p>
            <a:endParaRPr lang="de-CH" noProof="0" dirty="0"/>
          </a:p>
        </p:txBody>
      </p:sp>
      <p:sp>
        <p:nvSpPr>
          <p:cNvPr id="10" name="Text 8"/>
          <p:cNvSpPr txBox="1"/>
          <p:nvPr/>
        </p:nvSpPr>
        <p:spPr>
          <a:xfrm>
            <a:off x="914400" y="4818888"/>
            <a:ext cx="2286000" cy="320040"/>
          </a:xfrm>
          <a:prstGeom prst="rect">
            <a:avLst/>
          </a:prstGeom>
          <a:noFill/>
          <a:ln/>
        </p:spPr>
        <p:txBody>
          <a:bodyPr wrap="square" lIns="0" tIns="0" rIns="0" bIns="0" rtlCol="0" anchor="ctr"/>
          <a:lstStyle/>
          <a:p>
            <a:pPr marL="0" indent="0">
              <a:buNone/>
            </a:pPr>
            <a:r>
              <a:rPr lang="de-CH" sz="2400" b="1" kern="0" spc="150" noProof="0" dirty="0">
                <a:solidFill>
                  <a:srgbClr val="F2994A"/>
                </a:solidFill>
                <a:latin typeface="Calibri" pitchFamily="34" charset="0"/>
                <a:ea typeface="Calibri" pitchFamily="34" charset="-122"/>
                <a:cs typeface="Calibri" pitchFamily="34" charset="-120"/>
              </a:rPr>
              <a:t>Kernaussage</a:t>
            </a:r>
            <a:endParaRPr lang="de-CH" sz="1200" noProof="0" dirty="0"/>
          </a:p>
        </p:txBody>
      </p:sp>
      <p:sp>
        <p:nvSpPr>
          <p:cNvPr id="11" name="Text 9"/>
          <p:cNvSpPr txBox="1"/>
          <p:nvPr/>
        </p:nvSpPr>
        <p:spPr>
          <a:xfrm>
            <a:off x="1005840" y="5169223"/>
            <a:ext cx="10332720" cy="960120"/>
          </a:xfrm>
          <a:prstGeom prst="rect">
            <a:avLst/>
          </a:prstGeom>
          <a:noFill/>
          <a:ln/>
        </p:spPr>
        <p:txBody>
          <a:bodyPr wrap="square" lIns="0" tIns="0" rIns="0" bIns="0" rtlCol="0" anchor="ctr"/>
          <a:lstStyle/>
          <a:p>
            <a:pPr marL="0" indent="0">
              <a:lnSpc>
                <a:spcPct val="125000"/>
              </a:lnSpc>
              <a:buNone/>
            </a:pPr>
            <a:r>
              <a:rPr lang="de-CH" sz="1600" noProof="0" dirty="0">
                <a:solidFill>
                  <a:srgbClr val="FFFFFF"/>
                </a:solidFill>
                <a:latin typeface="Calibri" pitchFamily="34" charset="0"/>
                <a:ea typeface="Calibri" pitchFamily="34" charset="-122"/>
                <a:cs typeface="Calibri" pitchFamily="34" charset="-120"/>
              </a:rPr>
              <a:t>Der Code ist speicherbandbreiten-limitiert, nicht rechenlimitiert </a:t>
            </a:r>
          </a:p>
          <a:p>
            <a:pPr marL="0" indent="0">
              <a:lnSpc>
                <a:spcPct val="125000"/>
              </a:lnSpc>
              <a:buNone/>
            </a:pPr>
            <a:r>
              <a:rPr lang="de-CH" sz="1600" b="1" kern="0" spc="150" dirty="0">
                <a:solidFill>
                  <a:srgbClr val="F2994A"/>
                </a:solidFill>
                <a:latin typeface="Calibri" pitchFamily="34" charset="0"/>
                <a:ea typeface="Calibri" pitchFamily="34" charset="-122"/>
                <a:cs typeface="Calibri" pitchFamily="34" charset="-120"/>
              </a:rPr>
              <a:t>=&gt; Weniger Speicherverkehr ist der wirksamere Hebel als reine Rechengeschwindigkeit. </a:t>
            </a:r>
          </a:p>
        </p:txBody>
      </p:sp>
      <p:sp>
        <p:nvSpPr>
          <p:cNvPr id="12" name="Text 10"/>
          <p:cNvSpPr txBox="1"/>
          <p:nvPr/>
        </p:nvSpPr>
        <p:spPr>
          <a:xfrm>
            <a:off x="548640" y="6528816"/>
            <a:ext cx="6400800" cy="274320"/>
          </a:xfrm>
          <a:prstGeom prst="rect">
            <a:avLst/>
          </a:prstGeom>
          <a:noFill/>
          <a:ln/>
        </p:spPr>
        <p:txBody>
          <a:bodyPr wrap="square" lIns="0" tIns="0" rIns="0" bIns="0" rtlCol="0" anchor="ctr"/>
          <a:lstStyle/>
          <a:p>
            <a:pPr marL="0" indent="0">
              <a:buNone/>
            </a:pPr>
            <a:r>
              <a:rPr lang="de-CH" sz="1000" noProof="0" dirty="0">
                <a:solidFill>
                  <a:srgbClr val="5B7083"/>
                </a:solidFill>
                <a:latin typeface="Calibri" pitchFamily="34" charset="0"/>
                <a:ea typeface="Calibri" pitchFamily="34" charset="-122"/>
                <a:cs typeface="Calibri" pitchFamily="34" charset="-120"/>
              </a:rPr>
              <a:t>HPCP-Projekt 04 — Lattice Boltzmann</a:t>
            </a:r>
            <a:endParaRPr lang="de-CH" sz="1000" noProof="0" dirty="0"/>
          </a:p>
        </p:txBody>
      </p:sp>
      <p:sp>
        <p:nvSpPr>
          <p:cNvPr id="13" name="Text 11"/>
          <p:cNvSpPr txBox="1"/>
          <p:nvPr/>
        </p:nvSpPr>
        <p:spPr>
          <a:xfrm>
            <a:off x="11338560" y="6528816"/>
            <a:ext cx="365760" cy="274320"/>
          </a:xfrm>
          <a:prstGeom prst="rect">
            <a:avLst/>
          </a:prstGeom>
          <a:noFill/>
          <a:ln/>
        </p:spPr>
        <p:txBody>
          <a:bodyPr wrap="square" lIns="0" tIns="0" rIns="0" bIns="0" rtlCol="0" anchor="ctr"/>
          <a:lstStyle/>
          <a:p>
            <a:pPr marL="0" indent="0" algn="r">
              <a:buNone/>
            </a:pPr>
            <a:r>
              <a:rPr lang="de-CH" sz="1000" noProof="0" dirty="0">
                <a:solidFill>
                  <a:srgbClr val="5B7083"/>
                </a:solidFill>
                <a:latin typeface="Calibri" pitchFamily="34" charset="0"/>
                <a:ea typeface="Calibri" pitchFamily="34" charset="-122"/>
                <a:cs typeface="Calibri" pitchFamily="34" charset="-120"/>
              </a:rPr>
              <a:t>11</a:t>
            </a:r>
            <a:endParaRPr lang="de-CH" sz="10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E47"/>
        </a:solidFill>
        <a:effectLst/>
      </p:bgPr>
    </p:bg>
    <p:spTree>
      <p:nvGrpSpPr>
        <p:cNvPr id="1" name=""/>
        <p:cNvGrpSpPr/>
        <p:nvPr/>
      </p:nvGrpSpPr>
      <p:grpSpPr>
        <a:xfrm>
          <a:off x="0" y="0"/>
          <a:ext cx="0" cy="0"/>
          <a:chOff x="0" y="0"/>
          <a:chExt cx="0" cy="0"/>
        </a:xfrm>
      </p:grpSpPr>
      <p:sp>
        <p:nvSpPr>
          <p:cNvPr id="2" name="Shape 0"/>
          <p:cNvSpPr/>
          <p:nvPr/>
        </p:nvSpPr>
        <p:spPr>
          <a:xfrm>
            <a:off x="8595360" y="5212080"/>
            <a:ext cx="274320" cy="274320"/>
          </a:xfrm>
          <a:prstGeom prst="ellipse">
            <a:avLst/>
          </a:prstGeom>
          <a:solidFill>
            <a:srgbClr val="1C7293">
              <a:alpha val="90000"/>
            </a:srgbClr>
          </a:solidFill>
          <a:ln/>
        </p:spPr>
        <p:txBody>
          <a:bodyPr/>
          <a:lstStyle/>
          <a:p>
            <a:endParaRPr lang="de-CH" noProof="0" dirty="0"/>
          </a:p>
        </p:txBody>
      </p:sp>
      <p:sp>
        <p:nvSpPr>
          <p:cNvPr id="3" name="Shape 1"/>
          <p:cNvSpPr/>
          <p:nvPr/>
        </p:nvSpPr>
        <p:spPr>
          <a:xfrm>
            <a:off x="8842248" y="5486400"/>
            <a:ext cx="274320" cy="274320"/>
          </a:xfrm>
          <a:prstGeom prst="ellipse">
            <a:avLst/>
          </a:prstGeom>
          <a:solidFill>
            <a:srgbClr val="F2994A">
              <a:alpha val="90000"/>
            </a:srgbClr>
          </a:solidFill>
          <a:ln/>
        </p:spPr>
        <p:txBody>
          <a:bodyPr/>
          <a:lstStyle/>
          <a:p>
            <a:endParaRPr lang="de-CH" noProof="0" dirty="0"/>
          </a:p>
        </p:txBody>
      </p:sp>
      <p:sp>
        <p:nvSpPr>
          <p:cNvPr id="4" name="Shape 2"/>
          <p:cNvSpPr/>
          <p:nvPr/>
        </p:nvSpPr>
        <p:spPr>
          <a:xfrm>
            <a:off x="9098280" y="4983480"/>
            <a:ext cx="219456" cy="219456"/>
          </a:xfrm>
          <a:prstGeom prst="ellipse">
            <a:avLst/>
          </a:prstGeom>
          <a:solidFill>
            <a:srgbClr val="1C7293">
              <a:alpha val="80000"/>
            </a:srgbClr>
          </a:solidFill>
          <a:ln/>
        </p:spPr>
        <p:txBody>
          <a:bodyPr/>
          <a:lstStyle/>
          <a:p>
            <a:endParaRPr lang="de-CH" noProof="0" dirty="0"/>
          </a:p>
        </p:txBody>
      </p:sp>
      <p:sp>
        <p:nvSpPr>
          <p:cNvPr id="5" name="Shape 3"/>
          <p:cNvSpPr/>
          <p:nvPr/>
        </p:nvSpPr>
        <p:spPr>
          <a:xfrm>
            <a:off x="9345168" y="5257800"/>
            <a:ext cx="219456" cy="219456"/>
          </a:xfrm>
          <a:prstGeom prst="ellipse">
            <a:avLst/>
          </a:prstGeom>
          <a:solidFill>
            <a:srgbClr val="F2994A">
              <a:alpha val="80000"/>
            </a:srgbClr>
          </a:solidFill>
          <a:ln/>
        </p:spPr>
        <p:txBody>
          <a:bodyPr/>
          <a:lstStyle/>
          <a:p>
            <a:endParaRPr lang="de-CH" noProof="0" dirty="0"/>
          </a:p>
        </p:txBody>
      </p:sp>
      <p:sp>
        <p:nvSpPr>
          <p:cNvPr id="6" name="Shape 4"/>
          <p:cNvSpPr/>
          <p:nvPr/>
        </p:nvSpPr>
        <p:spPr>
          <a:xfrm>
            <a:off x="9601200" y="5212080"/>
            <a:ext cx="164592" cy="164592"/>
          </a:xfrm>
          <a:prstGeom prst="ellipse">
            <a:avLst/>
          </a:prstGeom>
          <a:solidFill>
            <a:srgbClr val="1C7293">
              <a:alpha val="70000"/>
            </a:srgbClr>
          </a:solidFill>
          <a:ln/>
        </p:spPr>
        <p:txBody>
          <a:bodyPr/>
          <a:lstStyle/>
          <a:p>
            <a:endParaRPr lang="de-CH" noProof="0" dirty="0"/>
          </a:p>
        </p:txBody>
      </p:sp>
      <p:sp>
        <p:nvSpPr>
          <p:cNvPr id="7" name="Shape 5"/>
          <p:cNvSpPr/>
          <p:nvPr/>
        </p:nvSpPr>
        <p:spPr>
          <a:xfrm>
            <a:off x="9848088" y="5486400"/>
            <a:ext cx="164592" cy="164592"/>
          </a:xfrm>
          <a:prstGeom prst="ellipse">
            <a:avLst/>
          </a:prstGeom>
          <a:solidFill>
            <a:srgbClr val="F2994A">
              <a:alpha val="70000"/>
            </a:srgbClr>
          </a:solidFill>
          <a:ln/>
        </p:spPr>
        <p:txBody>
          <a:bodyPr/>
          <a:lstStyle/>
          <a:p>
            <a:endParaRPr lang="de-CH" noProof="0" dirty="0"/>
          </a:p>
        </p:txBody>
      </p:sp>
      <p:sp>
        <p:nvSpPr>
          <p:cNvPr id="8" name="Shape 6"/>
          <p:cNvSpPr/>
          <p:nvPr/>
        </p:nvSpPr>
        <p:spPr>
          <a:xfrm>
            <a:off x="10104120" y="4983480"/>
            <a:ext cx="118872" cy="118872"/>
          </a:xfrm>
          <a:prstGeom prst="ellipse">
            <a:avLst/>
          </a:prstGeom>
          <a:solidFill>
            <a:srgbClr val="1C7293">
              <a:alpha val="60000"/>
            </a:srgbClr>
          </a:solidFill>
          <a:ln/>
        </p:spPr>
        <p:txBody>
          <a:bodyPr/>
          <a:lstStyle/>
          <a:p>
            <a:endParaRPr lang="de-CH" noProof="0" dirty="0"/>
          </a:p>
        </p:txBody>
      </p:sp>
      <p:sp>
        <p:nvSpPr>
          <p:cNvPr id="9" name="Shape 7"/>
          <p:cNvSpPr/>
          <p:nvPr/>
        </p:nvSpPr>
        <p:spPr>
          <a:xfrm>
            <a:off x="10351008" y="5257800"/>
            <a:ext cx="118872" cy="118872"/>
          </a:xfrm>
          <a:prstGeom prst="ellipse">
            <a:avLst/>
          </a:prstGeom>
          <a:solidFill>
            <a:srgbClr val="F2994A">
              <a:alpha val="60000"/>
            </a:srgbClr>
          </a:solidFill>
          <a:ln/>
        </p:spPr>
        <p:txBody>
          <a:bodyPr/>
          <a:lstStyle/>
          <a:p>
            <a:endParaRPr lang="de-CH" noProof="0" dirty="0"/>
          </a:p>
        </p:txBody>
      </p:sp>
      <p:sp>
        <p:nvSpPr>
          <p:cNvPr id="10" name="Text 8"/>
          <p:cNvSpPr txBox="1"/>
          <p:nvPr/>
        </p:nvSpPr>
        <p:spPr>
          <a:xfrm>
            <a:off x="640080" y="2377440"/>
            <a:ext cx="7315200" cy="1097280"/>
          </a:xfrm>
          <a:prstGeom prst="rect">
            <a:avLst/>
          </a:prstGeom>
          <a:noFill/>
          <a:ln/>
        </p:spPr>
        <p:txBody>
          <a:bodyPr wrap="square" lIns="0" tIns="0" rIns="0" bIns="0" rtlCol="0" anchor="ctr"/>
          <a:lstStyle/>
          <a:p>
            <a:pPr marL="0" indent="0">
              <a:buNone/>
            </a:pPr>
            <a:r>
              <a:rPr lang="de-CH" sz="4800" b="1" noProof="0" dirty="0">
                <a:solidFill>
                  <a:srgbClr val="FFFFFF"/>
                </a:solidFill>
                <a:latin typeface="Cambria" pitchFamily="34" charset="0"/>
                <a:ea typeface="Cambria" pitchFamily="34" charset="-122"/>
                <a:cs typeface="Cambria" pitchFamily="34" charset="-120"/>
              </a:rPr>
              <a:t>Danke für eure Aufmerksamkeit!</a:t>
            </a:r>
            <a:endParaRPr lang="de-CH" sz="4800" noProof="0" dirty="0"/>
          </a:p>
        </p:txBody>
      </p:sp>
      <p:sp>
        <p:nvSpPr>
          <p:cNvPr id="12" name="Text 10"/>
          <p:cNvSpPr txBox="1"/>
          <p:nvPr/>
        </p:nvSpPr>
        <p:spPr>
          <a:xfrm>
            <a:off x="640080" y="6126480"/>
            <a:ext cx="8229600" cy="365760"/>
          </a:xfrm>
          <a:prstGeom prst="rect">
            <a:avLst/>
          </a:prstGeom>
          <a:noFill/>
          <a:ln/>
        </p:spPr>
        <p:txBody>
          <a:bodyPr wrap="square" lIns="0" tIns="0" rIns="0" bIns="0" rtlCol="0" anchor="ctr"/>
          <a:lstStyle/>
          <a:p>
            <a:pPr marL="0" indent="0">
              <a:buNone/>
            </a:pPr>
            <a:r>
              <a:rPr lang="de-CH" sz="1200" noProof="0" dirty="0">
                <a:solidFill>
                  <a:srgbClr val="9FB7C8"/>
                </a:solidFill>
                <a:latin typeface="Calibri" pitchFamily="34" charset="0"/>
                <a:ea typeface="Calibri" pitchFamily="34" charset="-122"/>
                <a:cs typeface="Calibri" pitchFamily="34" charset="-120"/>
              </a:rPr>
              <a:t>Silas Tschopp — HPCP-Projekt 04, Lattice Boltzmann — FHNW HS26</a:t>
            </a:r>
            <a:endParaRPr lang="de-CH" sz="12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0</TotalTime>
  <Words>1706</Words>
  <Application>Microsoft Office PowerPoint</Application>
  <PresentationFormat>Breitbild</PresentationFormat>
  <Paragraphs>185</Paragraphs>
  <Slides>12</Slides>
  <Notes>12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vt:lpstr>
      <vt:lpstr>Calibri</vt:lpstr>
      <vt:lpstr>Cambria</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Silas Tschopp (s)</cp:lastModifiedBy>
  <cp:revision>1</cp:revision>
  <dcterms:created xsi:type="dcterms:W3CDTF">2026-08-31T14:11:26Z</dcterms:created>
  <dcterms:modified xsi:type="dcterms:W3CDTF">2026-09-01T11:28:34Z</dcterms:modified>
</cp:coreProperties>
</file>